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y="5143500" cx="9144000"/>
  <p:notesSz cx="6858000" cy="9144000"/>
  <p:embeddedFontLst>
    <p:embeddedFont>
      <p:font typeface="Helvetica Neue"/>
      <p:regular r:id="rId22"/>
      <p:bold r:id="rId23"/>
      <p:italic r:id="rId24"/>
      <p:boldItalic r:id="rId25"/>
    </p:embeddedFont>
    <p:embeddedFont>
      <p:font typeface="Oswa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8" roundtripDataSignature="AMtx7miCYrWp40XBuEl4up0rRGPfvQmdB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7C1D499-4B1D-4427-B494-FC4E8CE022A7}">
  <a:tblStyle styleId="{27C1D499-4B1D-4427-B494-FC4E8CE022A7}"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font" Target="fonts/HelveticaNeue-regular.fntdata"/><Relationship Id="rId21" Type="http://schemas.openxmlformats.org/officeDocument/2006/relationships/slide" Target="slides/slide14.xml"/><Relationship Id="rId24" Type="http://schemas.openxmlformats.org/officeDocument/2006/relationships/font" Target="fonts/HelveticaNeue-italic.fntdata"/><Relationship Id="rId23" Type="http://schemas.openxmlformats.org/officeDocument/2006/relationships/font" Target="fonts/HelveticaNeue-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Oswald-regular.fntdata"/><Relationship Id="rId25" Type="http://schemas.openxmlformats.org/officeDocument/2006/relationships/font" Target="fonts/HelveticaNeue-boldItalic.fntdata"/><Relationship Id="rId28" Type="http://customschemas.google.com/relationships/presentationmetadata" Target="metadata"/><Relationship Id="rId27" Type="http://schemas.openxmlformats.org/officeDocument/2006/relationships/font" Target="fonts/Oswald-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A database system is a collection of interrelated data and a set of programs that allow users to access and modify these data. A major purpose of a database system is to provide users with an </a:t>
            </a:r>
            <a:r>
              <a:rPr i="1" lang="en">
                <a:solidFill>
                  <a:schemeClr val="dk1"/>
                </a:solidFill>
              </a:rPr>
              <a:t>abstract </a:t>
            </a:r>
            <a:r>
              <a:rPr lang="en">
                <a:solidFill>
                  <a:schemeClr val="dk1"/>
                </a:solidFill>
              </a:rPr>
              <a:t>view of the data. That is, the system hides certain details of how the data are stored and maintained.</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Por lo general queremos evitar filas duplicadas.</a:t>
            </a:r>
            <a:endParaRPr/>
          </a:p>
          <a:p>
            <a:pPr indent="0" lvl="0" marL="0" rtl="0" algn="l">
              <a:lnSpc>
                <a:spcPct val="100000"/>
              </a:lnSpc>
              <a:spcBef>
                <a:spcPts val="0"/>
              </a:spcBef>
              <a:spcAft>
                <a:spcPts val="0"/>
              </a:spcAft>
              <a:buClr>
                <a:schemeClr val="dk1"/>
              </a:buClr>
              <a:buSzPts val="1100"/>
              <a:buFont typeface="Arial"/>
              <a:buNone/>
            </a:pPr>
            <a:r>
              <a:rPr lang="en"/>
              <a:t>Para ello usamos una clave primaria para identificar univocamente a una fila.</a:t>
            </a:r>
            <a:endParaRPr/>
          </a:p>
          <a:p>
            <a:pPr indent="0" lvl="0" marL="0" rtl="0" algn="l">
              <a:lnSpc>
                <a:spcPct val="100000"/>
              </a:lnSpc>
              <a:spcBef>
                <a:spcPts val="0"/>
              </a:spcBef>
              <a:spcAft>
                <a:spcPts val="0"/>
              </a:spcAft>
              <a:buClr>
                <a:schemeClr val="dk1"/>
              </a:buClr>
              <a:buSzPts val="1100"/>
              <a:buFont typeface="Arial"/>
              <a:buNone/>
            </a:pPr>
            <a:r>
              <a:rPr lang="en"/>
              <a:t>Una clave primaria es</a:t>
            </a:r>
            <a:endParaRPr/>
          </a:p>
          <a:p>
            <a:pPr indent="0" lvl="0" marL="0" rtl="0" algn="l">
              <a:lnSpc>
                <a:spcPct val="100000"/>
              </a:lnSpc>
              <a:spcBef>
                <a:spcPts val="0"/>
              </a:spcBef>
              <a:spcAft>
                <a:spcPts val="0"/>
              </a:spcAft>
              <a:buClr>
                <a:schemeClr val="dk1"/>
              </a:buClr>
              <a:buSzPts val="1100"/>
              <a:buFont typeface="Arial"/>
              <a:buNone/>
            </a:pPr>
            <a:r>
              <a:rPr lang="en"/>
              <a:t>Simple si es definida por una sola columna.</a:t>
            </a:r>
            <a:endParaRPr/>
          </a:p>
          <a:p>
            <a:pPr indent="0" lvl="0" marL="0" rtl="0" algn="l">
              <a:lnSpc>
                <a:spcPct val="100000"/>
              </a:lnSpc>
              <a:spcBef>
                <a:spcPts val="0"/>
              </a:spcBef>
              <a:spcAft>
                <a:spcPts val="0"/>
              </a:spcAft>
              <a:buClr>
                <a:schemeClr val="dk1"/>
              </a:buClr>
              <a:buSzPts val="1100"/>
              <a:buFont typeface="Arial"/>
              <a:buNone/>
            </a:pPr>
            <a:r>
              <a:rPr lang="en"/>
              <a:t>Compuesta si es definida por mas de una columna</a:t>
            </a:r>
            <a:endParaRPr/>
          </a:p>
          <a:p>
            <a:pPr indent="0" lvl="0" marL="0" rtl="0" algn="l">
              <a:lnSpc>
                <a:spcPct val="100000"/>
              </a:lnSpc>
              <a:spcBef>
                <a:spcPts val="0"/>
              </a:spcBef>
              <a:spcAft>
                <a:spcPts val="0"/>
              </a:spcAft>
              <a:buClr>
                <a:schemeClr val="dk1"/>
              </a:buClr>
              <a:buSzPts val="1100"/>
              <a:buFont typeface="Arial"/>
              <a:buNone/>
            </a:pPr>
            <a:r>
              <a:rPr lang="en"/>
              <a:t>Definir cual es la clave primaria de una tabla no siempre es sencillo.</a:t>
            </a:r>
            <a:endParaRPr/>
          </a:p>
          <a:p>
            <a:pPr indent="0" lvl="0" marL="0" rtl="0" algn="l">
              <a:lnSpc>
                <a:spcPct val="100000"/>
              </a:lnSpc>
              <a:spcBef>
                <a:spcPts val="0"/>
              </a:spcBef>
              <a:spcAft>
                <a:spcPts val="0"/>
              </a:spcAft>
              <a:buClr>
                <a:schemeClr val="dk1"/>
              </a:buClr>
              <a:buSzPts val="1100"/>
              <a:buFont typeface="Arial"/>
              <a:buNone/>
            </a:pPr>
            <a:r>
              <a:rPr lang="en"/>
              <a:t>Una clave primaria debe ser:</a:t>
            </a:r>
            <a:endParaRPr/>
          </a:p>
          <a:p>
            <a:pPr indent="0" lvl="0" marL="0" rtl="0" algn="l">
              <a:lnSpc>
                <a:spcPct val="100000"/>
              </a:lnSpc>
              <a:spcBef>
                <a:spcPts val="0"/>
              </a:spcBef>
              <a:spcAft>
                <a:spcPts val="0"/>
              </a:spcAft>
              <a:buClr>
                <a:schemeClr val="dk1"/>
              </a:buClr>
              <a:buSzPts val="1100"/>
              <a:buFont typeface="Arial"/>
              <a:buNone/>
            </a:pPr>
            <a:r>
              <a:rPr lang="en"/>
              <a:t>	Unica (no pueden existir valores duplicados).</a:t>
            </a:r>
            <a:endParaRPr/>
          </a:p>
          <a:p>
            <a:pPr indent="0" lvl="0" marL="0" rtl="0" algn="l">
              <a:lnSpc>
                <a:spcPct val="100000"/>
              </a:lnSpc>
              <a:spcBef>
                <a:spcPts val="0"/>
              </a:spcBef>
              <a:spcAft>
                <a:spcPts val="0"/>
              </a:spcAft>
              <a:buClr>
                <a:schemeClr val="dk1"/>
              </a:buClr>
              <a:buSzPts val="1100"/>
              <a:buFont typeface="Arial"/>
              <a:buNone/>
            </a:pPr>
            <a:r>
              <a:rPr lang="en"/>
              <a:t>	No nula (siempre debe tener un valor)</a:t>
            </a:r>
            <a:endParaRPr/>
          </a:p>
          <a:p>
            <a:pPr indent="0" lvl="0" marL="0" rtl="0" algn="l">
              <a:lnSpc>
                <a:spcPct val="100000"/>
              </a:lnSpc>
              <a:spcBef>
                <a:spcPts val="0"/>
              </a:spcBef>
              <a:spcAft>
                <a:spcPts val="0"/>
              </a:spcAft>
              <a:buClr>
                <a:schemeClr val="dk1"/>
              </a:buClr>
              <a:buSzPts val="1100"/>
              <a:buFont typeface="Arial"/>
              <a:buNone/>
            </a:pPr>
            <a:r>
              <a:rPr lang="en"/>
              <a:t>. For example, customerName may not be appropriate to be used as the primary key for the Customers table, as there could be two customers with the same name.</a:t>
            </a:r>
            <a:endParaRPr/>
          </a:p>
          <a:p>
            <a:pPr indent="0" lvl="0" marL="0" rtl="0" algn="l">
              <a:lnSpc>
                <a:spcPct val="100000"/>
              </a:lnSpc>
              <a:spcBef>
                <a:spcPts val="0"/>
              </a:spcBef>
              <a:spcAft>
                <a:spcPts val="0"/>
              </a:spcAft>
              <a:buClr>
                <a:schemeClr val="dk1"/>
              </a:buClr>
              <a:buSzPts val="1100"/>
              <a:buFont typeface="Arial"/>
              <a:buNone/>
            </a:pPr>
            <a:r>
              <a:rPr lang="en"/>
              <a:t>Debe ser simple e intuitiva.</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
              <a:t>The primary key shall be simple and familiar, e.g., employeeID for employees table and isbn for books table.</a:t>
            </a:r>
            <a:endParaRPr/>
          </a:p>
          <a:p>
            <a:pPr indent="0" lvl="0" marL="0" rtl="0" algn="l">
              <a:lnSpc>
                <a:spcPct val="100000"/>
              </a:lnSpc>
              <a:spcBef>
                <a:spcPts val="0"/>
              </a:spcBef>
              <a:spcAft>
                <a:spcPts val="0"/>
              </a:spcAft>
              <a:buClr>
                <a:schemeClr val="dk1"/>
              </a:buClr>
              <a:buSzPts val="1100"/>
              <a:buFont typeface="Arial"/>
              <a:buNone/>
            </a:pPr>
            <a:r>
              <a:rPr lang="en"/>
              <a:t>	Debe ser inmutable.</a:t>
            </a:r>
            <a:endParaRPr/>
          </a:p>
          <a:p>
            <a:pPr indent="0" lvl="0" marL="0" rtl="0" algn="l">
              <a:lnSpc>
                <a:spcPct val="100000"/>
              </a:lnSpc>
              <a:spcBef>
                <a:spcPts val="0"/>
              </a:spcBef>
              <a:spcAft>
                <a:spcPts val="0"/>
              </a:spcAft>
              <a:buClr>
                <a:schemeClr val="dk1"/>
              </a:buClr>
              <a:buSzPts val="1100"/>
              <a:buFont typeface="Arial"/>
              <a:buNone/>
            </a:pPr>
            <a:r>
              <a:rPr lang="en"/>
              <a:t>The value of the primary key should not change. Primary key is used to reference other tables. If you change its value, you have to change all its references; otherwise, the references will be lost. For example, phoneNumber may not be appropriate to be used as primary key for table Customers, because it might change.</a:t>
            </a:r>
            <a:endParaRPr/>
          </a:p>
          <a:p>
            <a:pPr indent="0" lvl="0" marL="0" rtl="0" algn="l">
              <a:lnSpc>
                <a:spcPct val="100000"/>
              </a:lnSpc>
              <a:spcBef>
                <a:spcPts val="0"/>
              </a:spcBef>
              <a:spcAft>
                <a:spcPts val="0"/>
              </a:spcAft>
              <a:buClr>
                <a:schemeClr val="dk1"/>
              </a:buClr>
              <a:buSzPts val="1100"/>
              <a:buFont typeface="Arial"/>
              <a:buNone/>
            </a:pPr>
            <a:r>
              <a:rPr lang="en"/>
              <a:t>Usualmente son de tipo numerico y autoincremental.</a:t>
            </a:r>
            <a:endParaRPr/>
          </a:p>
          <a:p>
            <a:pPr indent="0" lvl="0" marL="0" rtl="0" algn="l">
              <a:lnSpc>
                <a:spcPct val="100000"/>
              </a:lnSpc>
              <a:spcBef>
                <a:spcPts val="0"/>
              </a:spcBef>
              <a:spcAft>
                <a:spcPts val="0"/>
              </a:spcAft>
              <a:buClr>
                <a:schemeClr val="dk1"/>
              </a:buClr>
              <a:buSzPts val="1100"/>
              <a:buFont typeface="Arial"/>
              <a:buNone/>
            </a:pPr>
            <a:r>
              <a:rPr lang="en"/>
              <a:t>Preferir claves con la menor cantidad de columnas posible.</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
              <a:t>Primary key is usually a single column (e.g., customerID or productCode). But it could also make up of several columns. You should use as few columns as possible.</a:t>
            </a:r>
            <a:endParaRPr/>
          </a:p>
          <a:p>
            <a:pPr indent="0" lvl="0" marL="0" rtl="0" algn="l">
              <a:lnSpc>
                <a:spcPct val="100000"/>
              </a:lnSpc>
              <a:spcBef>
                <a:spcPts val="0"/>
              </a:spcBef>
              <a:spcAft>
                <a:spcPts val="0"/>
              </a:spcAft>
              <a:buClr>
                <a:schemeClr val="dk1"/>
              </a:buClr>
              <a:buSzPts val="1100"/>
              <a:buFont typeface="Arial"/>
              <a:buNone/>
            </a:pPr>
            <a:r>
              <a:rPr lang="en"/>
              <a:t>Let's illustrate with an example: a table customers contains columns lastName, firstName, phoneNumber, address, city, state, zipCode. The candidates for primary key are name=(lastName, firstName), phoneNumber, Address1=(address, city, state), Address1=(address, zipCode). Name may not be unique. Phone number and address may change. Hence, it is better to create a fact-less auto-increment number, say customerID, as the primary key.</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For example, in a "class roster" database, we may begin with a table called Teachers, which stores information about teachers (such as name, office, phone and email). To store the classes taught by each teacher, we could create columns class1, class2, class3, but faces a problem immediately on how many columns to create. On the other hand, if we begin with a table called Classes, which stores information about a class (courseCode, dayOfWeek, timeStart and timeEnd); we could create additional columns to store information about the (one) teacher (such as name, office, phone and email). However, since a teacher may teach many classes, its data would be duplicated in many rows in table Classes.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To support many-to-many relationship, we need to create a third table (known as a junction table), say OrderDetails (or OrderLines), where each row represents an item of a particular order. For the OrderDetails table, the primary key consists of two columns: orderID and productID, that uniquely identify each row. The columns orderID and productID in OrderDetails table are used to reference Orders and Products tables, hence, they are also the foreign keys in the OrderDetails table.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700"/>
              </a:spcBef>
              <a:spcAft>
                <a:spcPts val="0"/>
              </a:spcAft>
              <a:buClr>
                <a:schemeClr val="dk1"/>
              </a:buClr>
              <a:buSzPts val="1100"/>
              <a:buFont typeface="Arial"/>
              <a:buNone/>
            </a:pPr>
            <a:r>
              <a:rPr lang="en" sz="1050">
                <a:solidFill>
                  <a:schemeClr val="dk1"/>
                </a:solidFill>
              </a:rPr>
              <a:t>In a "product sales" database, a product may have optional supplementary information such as </a:t>
            </a:r>
            <a:r>
              <a:rPr lang="en" sz="1050">
                <a:solidFill>
                  <a:schemeClr val="dk1"/>
                </a:solidFill>
                <a:latin typeface="Consolas"/>
                <a:ea typeface="Consolas"/>
                <a:cs typeface="Consolas"/>
                <a:sym typeface="Consolas"/>
              </a:rPr>
              <a:t>image</a:t>
            </a:r>
            <a:r>
              <a:rPr lang="en" sz="1050">
                <a:solidFill>
                  <a:schemeClr val="dk1"/>
                </a:solidFill>
              </a:rPr>
              <a:t>, </a:t>
            </a:r>
            <a:r>
              <a:rPr lang="en" sz="1050">
                <a:solidFill>
                  <a:schemeClr val="dk1"/>
                </a:solidFill>
                <a:latin typeface="Consolas"/>
                <a:ea typeface="Consolas"/>
                <a:cs typeface="Consolas"/>
                <a:sym typeface="Consolas"/>
              </a:rPr>
              <a:t>moreDescription</a:t>
            </a:r>
            <a:r>
              <a:rPr lang="en" sz="1050">
                <a:solidFill>
                  <a:schemeClr val="dk1"/>
                </a:solidFill>
              </a:rPr>
              <a:t> and </a:t>
            </a:r>
            <a:r>
              <a:rPr lang="en" sz="1050">
                <a:solidFill>
                  <a:schemeClr val="dk1"/>
                </a:solidFill>
                <a:latin typeface="Consolas"/>
                <a:ea typeface="Consolas"/>
                <a:cs typeface="Consolas"/>
                <a:sym typeface="Consolas"/>
              </a:rPr>
              <a:t>comment</a:t>
            </a:r>
            <a:r>
              <a:rPr lang="en" sz="1050">
                <a:solidFill>
                  <a:schemeClr val="dk1"/>
                </a:solidFill>
              </a:rPr>
              <a:t>. Keeping them inside the </a:t>
            </a:r>
            <a:r>
              <a:rPr lang="en" sz="1050">
                <a:solidFill>
                  <a:schemeClr val="dk1"/>
                </a:solidFill>
                <a:latin typeface="Consolas"/>
                <a:ea typeface="Consolas"/>
                <a:cs typeface="Consolas"/>
                <a:sym typeface="Consolas"/>
              </a:rPr>
              <a:t>Products</a:t>
            </a:r>
            <a:r>
              <a:rPr lang="en" sz="1050">
                <a:solidFill>
                  <a:schemeClr val="dk1"/>
                </a:solidFill>
              </a:rPr>
              <a:t> table results in many empty spaces (in those records without these optional data). Furthermore, these large data may degrade the performance of the database.</a:t>
            </a:r>
            <a:endParaRPr sz="1050">
              <a:solidFill>
                <a:schemeClr val="dk1"/>
              </a:solidFill>
            </a:endParaRPr>
          </a:p>
          <a:p>
            <a:pPr indent="0" lvl="0" marL="0" rtl="0" algn="just">
              <a:lnSpc>
                <a:spcPct val="115000"/>
              </a:lnSpc>
              <a:spcBef>
                <a:spcPts val="700"/>
              </a:spcBef>
              <a:spcAft>
                <a:spcPts val="0"/>
              </a:spcAft>
              <a:buClr>
                <a:schemeClr val="dk1"/>
              </a:buClr>
              <a:buSzPts val="1100"/>
              <a:buFont typeface="Arial"/>
              <a:buNone/>
            </a:pPr>
            <a:r>
              <a:rPr lang="en" sz="1050">
                <a:solidFill>
                  <a:schemeClr val="dk1"/>
                </a:solidFill>
              </a:rPr>
              <a:t>Instead, we can create another table (say </a:t>
            </a:r>
            <a:r>
              <a:rPr lang="en" sz="1050">
                <a:solidFill>
                  <a:schemeClr val="dk1"/>
                </a:solidFill>
                <a:latin typeface="Consolas"/>
                <a:ea typeface="Consolas"/>
                <a:cs typeface="Consolas"/>
                <a:sym typeface="Consolas"/>
              </a:rPr>
              <a:t>ProductDetails</a:t>
            </a:r>
            <a:r>
              <a:rPr lang="en" sz="1050">
                <a:solidFill>
                  <a:schemeClr val="dk1"/>
                </a:solidFill>
              </a:rPr>
              <a:t>, </a:t>
            </a:r>
            <a:r>
              <a:rPr lang="en" sz="1050">
                <a:solidFill>
                  <a:schemeClr val="dk1"/>
                </a:solidFill>
                <a:latin typeface="Consolas"/>
                <a:ea typeface="Consolas"/>
                <a:cs typeface="Consolas"/>
                <a:sym typeface="Consolas"/>
              </a:rPr>
              <a:t>ProductLines</a:t>
            </a:r>
            <a:r>
              <a:rPr lang="en" sz="1050">
                <a:solidFill>
                  <a:schemeClr val="dk1"/>
                </a:solidFill>
              </a:rPr>
              <a:t> or </a:t>
            </a:r>
            <a:r>
              <a:rPr lang="en" sz="1050">
                <a:solidFill>
                  <a:schemeClr val="dk1"/>
                </a:solidFill>
                <a:latin typeface="Consolas"/>
                <a:ea typeface="Consolas"/>
                <a:cs typeface="Consolas"/>
                <a:sym typeface="Consolas"/>
              </a:rPr>
              <a:t>ProductExtras</a:t>
            </a:r>
            <a:r>
              <a:rPr lang="en" sz="1050">
                <a:solidFill>
                  <a:schemeClr val="dk1"/>
                </a:solidFill>
              </a:rPr>
              <a:t>) to store the optional data. A record will only be created for those products with optional data. The two tables, </a:t>
            </a:r>
            <a:r>
              <a:rPr lang="en" sz="1050">
                <a:solidFill>
                  <a:schemeClr val="dk1"/>
                </a:solidFill>
                <a:latin typeface="Consolas"/>
                <a:ea typeface="Consolas"/>
                <a:cs typeface="Consolas"/>
                <a:sym typeface="Consolas"/>
              </a:rPr>
              <a:t>Products</a:t>
            </a:r>
            <a:r>
              <a:rPr lang="en" sz="1050">
                <a:solidFill>
                  <a:schemeClr val="dk1"/>
                </a:solidFill>
              </a:rPr>
              <a:t> and </a:t>
            </a:r>
            <a:r>
              <a:rPr lang="en" sz="1050">
                <a:solidFill>
                  <a:schemeClr val="dk1"/>
                </a:solidFill>
                <a:latin typeface="Consolas"/>
                <a:ea typeface="Consolas"/>
                <a:cs typeface="Consolas"/>
                <a:sym typeface="Consolas"/>
              </a:rPr>
              <a:t>ProductDetails</a:t>
            </a:r>
            <a:r>
              <a:rPr lang="en" sz="1050">
                <a:solidFill>
                  <a:schemeClr val="dk1"/>
                </a:solidFill>
              </a:rPr>
              <a:t>, exhibit a </a:t>
            </a:r>
            <a:r>
              <a:rPr i="1" lang="en" sz="1050">
                <a:solidFill>
                  <a:schemeClr val="dk1"/>
                </a:solidFill>
              </a:rPr>
              <a:t>one-to-one relationship</a:t>
            </a:r>
            <a:r>
              <a:rPr lang="en" sz="1050">
                <a:solidFill>
                  <a:schemeClr val="dk1"/>
                </a:solidFill>
              </a:rPr>
              <a:t>. That is, for every row in the parent table, there is at most one row (possibly zero) in the child table. The same column </a:t>
            </a:r>
            <a:r>
              <a:rPr lang="en" sz="1050">
                <a:solidFill>
                  <a:schemeClr val="dk1"/>
                </a:solidFill>
                <a:latin typeface="Consolas"/>
                <a:ea typeface="Consolas"/>
                <a:cs typeface="Consolas"/>
                <a:sym typeface="Consolas"/>
              </a:rPr>
              <a:t>productID</a:t>
            </a:r>
            <a:r>
              <a:rPr lang="en" sz="1050">
                <a:solidFill>
                  <a:schemeClr val="dk1"/>
                </a:solidFill>
              </a:rPr>
              <a:t> should be used as the primary key for both tables.</a:t>
            </a:r>
            <a:endParaRPr sz="1050">
              <a:solidFill>
                <a:schemeClr val="dk1"/>
              </a:solidFill>
            </a:endParaRPr>
          </a:p>
          <a:p>
            <a:pPr indent="0" lvl="0" marL="0" rtl="0" algn="just">
              <a:lnSpc>
                <a:spcPct val="115000"/>
              </a:lnSpc>
              <a:spcBef>
                <a:spcPts val="700"/>
              </a:spcBef>
              <a:spcAft>
                <a:spcPts val="0"/>
              </a:spcAft>
              <a:buClr>
                <a:schemeClr val="dk1"/>
              </a:buClr>
              <a:buSzPts val="1100"/>
              <a:buFont typeface="Arial"/>
              <a:buNone/>
            </a:pPr>
            <a:r>
              <a:rPr lang="en" sz="1050">
                <a:solidFill>
                  <a:schemeClr val="dk1"/>
                </a:solidFill>
              </a:rPr>
              <a:t>Some databases limit the number of columns that can be created inside a table. You could use a one-to-one relationship to split the data into two tables. One-to-one relationship is also useful for storing certain sensitive data in a secure table, while the non-sensitive ones in the main table.</a:t>
            </a:r>
            <a:endParaRPr sz="1050">
              <a:solidFill>
                <a:schemeClr val="dk1"/>
              </a:solidFill>
            </a:endParaRPr>
          </a:p>
          <a:p>
            <a:pPr indent="0" lvl="0" marL="0" rtl="0" algn="l">
              <a:lnSpc>
                <a:spcPct val="100000"/>
              </a:lnSpc>
              <a:spcBef>
                <a:spcPts val="30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Apply the so-called normalization rules to check whether your database is structurally correct and optimal.</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
              <a:t>First Normal Form (1NF): A table is 1NF if every cell contains a single value, not a list of values. This properties is known as atomic. 1NF also prohibits repeating group of columns such as item1, item2,.., itemN. Instead, you should create another table using one-to-many relationship.</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
              <a:t>Second Normal Form (2NF): A table is 2NF, if it is 1NF and every non-key column is fully dependent on the primary key. Furthermore, if the primary key is made up of several columns, every non-key column shall depend on the entire set and not part of it.</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
              <a:t>For example, the primary key of the OrderDetails table comprising orderID and productID. If unitPrice is dependent only on productID, it shall not be kept in the OrderDetails table (but in the Products table). On the other hand, if the unitPrice is dependent on the product as well as the particular order, then it shall be kept in the OrderDetails table.</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
              <a:t>Third Normal Form (3NF): A table is 3NF, if it is 2NF and the non-key columns are independent of each others. In other words, the non-key columns are dependent on primary key, only on the primary key and nothing else. For example, suppose that we have a Products table with columns productID (primary key), name and unitPrice. The column discountRate shall not belong to Products table if it is also dependent on the unitPrice, which is not part of the primary key.</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
              <a:t>Higher Normal Form: 3NF has its inadequacies, which leads to higher Normal form, such as Boyce/Codd Normal form, Fourth Normal Form (4NF) and Fifth Normal Form (5NF), which is beyond the scope of this tutorial.</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
              <a:t>At times, you may decide to break some of the normalization rules, for performance reason (e.g., create a column called totalPrice in Orders table which can be derived from the orderDetails records); or because the end-user requested for it. Make sure that you fully aware of it, develop programming logic to handle it, and properly document the decision.</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 name="Shape 10"/>
        <p:cNvGrpSpPr/>
        <p:nvPr/>
      </p:nvGrpSpPr>
      <p:grpSpPr>
        <a:xfrm>
          <a:off x="0" y="0"/>
          <a:ext cx="0" cy="0"/>
          <a:chOff x="0" y="0"/>
          <a:chExt cx="0" cy="0"/>
        </a:xfrm>
      </p:grpSpPr>
      <p:sp>
        <p:nvSpPr>
          <p:cNvPr id="11" name="Google Shape;11;p16"/>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Font typeface="Oswald"/>
              <a:buNone/>
              <a:defRPr b="1">
                <a:latin typeface="Oswald"/>
                <a:ea typeface="Oswald"/>
                <a:cs typeface="Oswald"/>
                <a:sym typeface="Oswal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 name="Google Shape;12;p16"/>
          <p:cNvSpPr txBox="1"/>
          <p:nvPr>
            <p:ph idx="1" type="body"/>
          </p:nvPr>
        </p:nvSpPr>
        <p:spPr>
          <a:xfrm>
            <a:off x="311700" y="863550"/>
            <a:ext cx="8520600" cy="37503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Clr>
                <a:srgbClr val="F1C232"/>
              </a:buClr>
              <a:buSzPts val="1800"/>
              <a:buFont typeface="Oswald"/>
              <a:buChar char="●"/>
              <a:defRPr>
                <a:solidFill>
                  <a:srgbClr val="000000"/>
                </a:solidFill>
                <a:latin typeface="Oswald"/>
                <a:ea typeface="Oswald"/>
                <a:cs typeface="Oswald"/>
                <a:sym typeface="Oswald"/>
              </a:defRPr>
            </a:lvl1pPr>
            <a:lvl2pPr indent="-317500" lvl="1" marL="914400" algn="l">
              <a:lnSpc>
                <a:spcPct val="115000"/>
              </a:lnSpc>
              <a:spcBef>
                <a:spcPts val="1600"/>
              </a:spcBef>
              <a:spcAft>
                <a:spcPts val="0"/>
              </a:spcAft>
              <a:buClr>
                <a:srgbClr val="F1C232"/>
              </a:buClr>
              <a:buSzPts val="1400"/>
              <a:buFont typeface="Oswald"/>
              <a:buChar char="○"/>
              <a:defRPr>
                <a:solidFill>
                  <a:srgbClr val="000000"/>
                </a:solidFill>
                <a:latin typeface="Oswald"/>
                <a:ea typeface="Oswald"/>
                <a:cs typeface="Oswald"/>
                <a:sym typeface="Oswald"/>
              </a:defRPr>
            </a:lvl2pPr>
            <a:lvl3pPr indent="-317500" lvl="2" marL="1371600" algn="l">
              <a:lnSpc>
                <a:spcPct val="115000"/>
              </a:lnSpc>
              <a:spcBef>
                <a:spcPts val="1600"/>
              </a:spcBef>
              <a:spcAft>
                <a:spcPts val="0"/>
              </a:spcAft>
              <a:buClr>
                <a:srgbClr val="F1C232"/>
              </a:buClr>
              <a:buSzPts val="1400"/>
              <a:buFont typeface="Oswald"/>
              <a:buChar char="■"/>
              <a:defRPr>
                <a:solidFill>
                  <a:srgbClr val="000000"/>
                </a:solidFill>
                <a:latin typeface="Oswald"/>
                <a:ea typeface="Oswald"/>
                <a:cs typeface="Oswald"/>
                <a:sym typeface="Oswald"/>
              </a:defRPr>
            </a:lvl3pPr>
            <a:lvl4pPr indent="-317500" lvl="3" marL="1828800" algn="l">
              <a:lnSpc>
                <a:spcPct val="115000"/>
              </a:lnSpc>
              <a:spcBef>
                <a:spcPts val="1600"/>
              </a:spcBef>
              <a:spcAft>
                <a:spcPts val="0"/>
              </a:spcAft>
              <a:buClr>
                <a:srgbClr val="000000"/>
              </a:buClr>
              <a:buSzPts val="1400"/>
              <a:buFont typeface="Oswald"/>
              <a:buChar char="●"/>
              <a:defRPr>
                <a:solidFill>
                  <a:srgbClr val="000000"/>
                </a:solidFill>
                <a:latin typeface="Oswald"/>
                <a:ea typeface="Oswald"/>
                <a:cs typeface="Oswald"/>
                <a:sym typeface="Oswald"/>
              </a:defRPr>
            </a:lvl4pPr>
            <a:lvl5pPr indent="-317500" lvl="4" marL="2286000" algn="l">
              <a:lnSpc>
                <a:spcPct val="115000"/>
              </a:lnSpc>
              <a:spcBef>
                <a:spcPts val="1600"/>
              </a:spcBef>
              <a:spcAft>
                <a:spcPts val="0"/>
              </a:spcAft>
              <a:buClr>
                <a:srgbClr val="000000"/>
              </a:buClr>
              <a:buSzPts val="1400"/>
              <a:buFont typeface="Oswald"/>
              <a:buChar char="○"/>
              <a:defRPr>
                <a:solidFill>
                  <a:srgbClr val="000000"/>
                </a:solidFill>
                <a:latin typeface="Oswald"/>
                <a:ea typeface="Oswald"/>
                <a:cs typeface="Oswald"/>
                <a:sym typeface="Oswald"/>
              </a:defRPr>
            </a:lvl5pPr>
            <a:lvl6pPr indent="-317500" lvl="5" marL="2743200" algn="l">
              <a:lnSpc>
                <a:spcPct val="115000"/>
              </a:lnSpc>
              <a:spcBef>
                <a:spcPts val="1600"/>
              </a:spcBef>
              <a:spcAft>
                <a:spcPts val="0"/>
              </a:spcAft>
              <a:buClr>
                <a:srgbClr val="000000"/>
              </a:buClr>
              <a:buSzPts val="1400"/>
              <a:buFont typeface="Oswald"/>
              <a:buChar char="■"/>
              <a:defRPr>
                <a:solidFill>
                  <a:srgbClr val="000000"/>
                </a:solidFill>
                <a:latin typeface="Oswald"/>
                <a:ea typeface="Oswald"/>
                <a:cs typeface="Oswald"/>
                <a:sym typeface="Oswald"/>
              </a:defRPr>
            </a:lvl6pPr>
            <a:lvl7pPr indent="-317500" lvl="6" marL="3200400" algn="l">
              <a:lnSpc>
                <a:spcPct val="115000"/>
              </a:lnSpc>
              <a:spcBef>
                <a:spcPts val="1600"/>
              </a:spcBef>
              <a:spcAft>
                <a:spcPts val="0"/>
              </a:spcAft>
              <a:buClr>
                <a:srgbClr val="000000"/>
              </a:buClr>
              <a:buSzPts val="1400"/>
              <a:buFont typeface="Oswald"/>
              <a:buChar char="●"/>
              <a:defRPr>
                <a:solidFill>
                  <a:srgbClr val="000000"/>
                </a:solidFill>
                <a:latin typeface="Oswald"/>
                <a:ea typeface="Oswald"/>
                <a:cs typeface="Oswald"/>
                <a:sym typeface="Oswald"/>
              </a:defRPr>
            </a:lvl7pPr>
            <a:lvl8pPr indent="-317500" lvl="7" marL="3657600" algn="l">
              <a:lnSpc>
                <a:spcPct val="115000"/>
              </a:lnSpc>
              <a:spcBef>
                <a:spcPts val="1600"/>
              </a:spcBef>
              <a:spcAft>
                <a:spcPts val="0"/>
              </a:spcAft>
              <a:buClr>
                <a:srgbClr val="000000"/>
              </a:buClr>
              <a:buSzPts val="1400"/>
              <a:buFont typeface="Oswald"/>
              <a:buChar char="○"/>
              <a:defRPr>
                <a:solidFill>
                  <a:srgbClr val="000000"/>
                </a:solidFill>
                <a:latin typeface="Oswald"/>
                <a:ea typeface="Oswald"/>
                <a:cs typeface="Oswald"/>
                <a:sym typeface="Oswald"/>
              </a:defRPr>
            </a:lvl8pPr>
            <a:lvl9pPr indent="-317500" lvl="8" marL="4114800" algn="l">
              <a:lnSpc>
                <a:spcPct val="115000"/>
              </a:lnSpc>
              <a:spcBef>
                <a:spcPts val="1600"/>
              </a:spcBef>
              <a:spcAft>
                <a:spcPts val="1600"/>
              </a:spcAft>
              <a:buClr>
                <a:srgbClr val="000000"/>
              </a:buClr>
              <a:buSzPts val="1400"/>
              <a:buFont typeface="Oswald"/>
              <a:buChar char="■"/>
              <a:defRPr>
                <a:solidFill>
                  <a:srgbClr val="000000"/>
                </a:solidFill>
                <a:latin typeface="Oswald"/>
                <a:ea typeface="Oswald"/>
                <a:cs typeface="Oswald"/>
                <a:sym typeface="Oswald"/>
              </a:defRPr>
            </a:lvl9pPr>
          </a:lstStyle>
          <a:p/>
        </p:txBody>
      </p:sp>
      <p:sp>
        <p:nvSpPr>
          <p:cNvPr id="13" name="Google Shape;13;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14" name="Shape 14"/>
        <p:cNvGrpSpPr/>
        <p:nvPr/>
      </p:nvGrpSpPr>
      <p:grpSpPr>
        <a:xfrm>
          <a:off x="0" y="0"/>
          <a:ext cx="0" cy="0"/>
          <a:chOff x="0" y="0"/>
          <a:chExt cx="0" cy="0"/>
        </a:xfrm>
      </p:grpSpPr>
      <p:sp>
        <p:nvSpPr>
          <p:cNvPr id="15" name="Google Shape;15;p1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FFFFFF"/>
              </a:buClr>
              <a:buSzPts val="5200"/>
              <a:buFont typeface="Oswald"/>
              <a:buNone/>
              <a:defRPr b="1" sz="5200">
                <a:solidFill>
                  <a:srgbClr val="FFFFFF"/>
                </a:solidFill>
                <a:latin typeface="Oswald"/>
                <a:ea typeface="Oswald"/>
                <a:cs typeface="Oswald"/>
                <a:sym typeface="Oswald"/>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6" name="Google Shape;16;p1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F1C232"/>
              </a:buClr>
              <a:buSzPts val="2800"/>
              <a:buFont typeface="Oswald"/>
              <a:buNone/>
              <a:defRPr sz="2800">
                <a:solidFill>
                  <a:srgbClr val="F1C232"/>
                </a:solidFill>
                <a:latin typeface="Oswald"/>
                <a:ea typeface="Oswald"/>
                <a:cs typeface="Oswald"/>
                <a:sym typeface="Oswald"/>
              </a:defRPr>
            </a:lvl1pPr>
            <a:lvl2pPr lvl="1" algn="ctr">
              <a:lnSpc>
                <a:spcPct val="100000"/>
              </a:lnSpc>
              <a:spcBef>
                <a:spcPts val="0"/>
              </a:spcBef>
              <a:spcAft>
                <a:spcPts val="0"/>
              </a:spcAft>
              <a:buClr>
                <a:srgbClr val="F1C232"/>
              </a:buClr>
              <a:buSzPts val="2800"/>
              <a:buNone/>
              <a:defRPr sz="2800">
                <a:solidFill>
                  <a:srgbClr val="F1C232"/>
                </a:solidFill>
              </a:defRPr>
            </a:lvl2pPr>
            <a:lvl3pPr lvl="2" algn="ctr">
              <a:lnSpc>
                <a:spcPct val="100000"/>
              </a:lnSpc>
              <a:spcBef>
                <a:spcPts val="0"/>
              </a:spcBef>
              <a:spcAft>
                <a:spcPts val="0"/>
              </a:spcAft>
              <a:buClr>
                <a:srgbClr val="F1C232"/>
              </a:buClr>
              <a:buSzPts val="2800"/>
              <a:buNone/>
              <a:defRPr sz="2800">
                <a:solidFill>
                  <a:srgbClr val="F1C232"/>
                </a:solidFill>
              </a:defRPr>
            </a:lvl3pPr>
            <a:lvl4pPr lvl="3" algn="ctr">
              <a:lnSpc>
                <a:spcPct val="100000"/>
              </a:lnSpc>
              <a:spcBef>
                <a:spcPts val="0"/>
              </a:spcBef>
              <a:spcAft>
                <a:spcPts val="0"/>
              </a:spcAft>
              <a:buClr>
                <a:srgbClr val="F1C232"/>
              </a:buClr>
              <a:buSzPts val="2800"/>
              <a:buNone/>
              <a:defRPr sz="2800">
                <a:solidFill>
                  <a:srgbClr val="F1C232"/>
                </a:solidFill>
              </a:defRPr>
            </a:lvl4pPr>
            <a:lvl5pPr lvl="4" algn="ctr">
              <a:lnSpc>
                <a:spcPct val="100000"/>
              </a:lnSpc>
              <a:spcBef>
                <a:spcPts val="0"/>
              </a:spcBef>
              <a:spcAft>
                <a:spcPts val="0"/>
              </a:spcAft>
              <a:buClr>
                <a:srgbClr val="F1C232"/>
              </a:buClr>
              <a:buSzPts val="2800"/>
              <a:buNone/>
              <a:defRPr sz="2800">
                <a:solidFill>
                  <a:srgbClr val="F1C232"/>
                </a:solidFill>
              </a:defRPr>
            </a:lvl5pPr>
            <a:lvl6pPr lvl="5" algn="ctr">
              <a:lnSpc>
                <a:spcPct val="100000"/>
              </a:lnSpc>
              <a:spcBef>
                <a:spcPts val="0"/>
              </a:spcBef>
              <a:spcAft>
                <a:spcPts val="0"/>
              </a:spcAft>
              <a:buClr>
                <a:srgbClr val="F1C232"/>
              </a:buClr>
              <a:buSzPts val="2800"/>
              <a:buNone/>
              <a:defRPr sz="2800">
                <a:solidFill>
                  <a:srgbClr val="F1C232"/>
                </a:solidFill>
              </a:defRPr>
            </a:lvl6pPr>
            <a:lvl7pPr lvl="6" algn="ctr">
              <a:lnSpc>
                <a:spcPct val="100000"/>
              </a:lnSpc>
              <a:spcBef>
                <a:spcPts val="0"/>
              </a:spcBef>
              <a:spcAft>
                <a:spcPts val="0"/>
              </a:spcAft>
              <a:buClr>
                <a:srgbClr val="F1C232"/>
              </a:buClr>
              <a:buSzPts val="2800"/>
              <a:buNone/>
              <a:defRPr sz="2800">
                <a:solidFill>
                  <a:srgbClr val="F1C232"/>
                </a:solidFill>
              </a:defRPr>
            </a:lvl7pPr>
            <a:lvl8pPr lvl="7" algn="ctr">
              <a:lnSpc>
                <a:spcPct val="100000"/>
              </a:lnSpc>
              <a:spcBef>
                <a:spcPts val="0"/>
              </a:spcBef>
              <a:spcAft>
                <a:spcPts val="0"/>
              </a:spcAft>
              <a:buClr>
                <a:srgbClr val="F1C232"/>
              </a:buClr>
              <a:buSzPts val="2800"/>
              <a:buNone/>
              <a:defRPr sz="2800">
                <a:solidFill>
                  <a:srgbClr val="F1C232"/>
                </a:solidFill>
              </a:defRPr>
            </a:lvl8pPr>
            <a:lvl9pPr lvl="8" algn="ctr">
              <a:lnSpc>
                <a:spcPct val="100000"/>
              </a:lnSpc>
              <a:spcBef>
                <a:spcPts val="0"/>
              </a:spcBef>
              <a:spcAft>
                <a:spcPts val="0"/>
              </a:spcAft>
              <a:buClr>
                <a:srgbClr val="F1C232"/>
              </a:buClr>
              <a:buSzPts val="2800"/>
              <a:buNone/>
              <a:defRPr sz="2800">
                <a:solidFill>
                  <a:srgbClr val="F1C232"/>
                </a:solidFill>
              </a:defRPr>
            </a:lvl9pPr>
          </a:lstStyle>
          <a:p/>
        </p:txBody>
      </p:sp>
      <p:sp>
        <p:nvSpPr>
          <p:cNvPr id="17" name="Google Shape;17;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p18"/>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SzPts val="2800"/>
              <a:buFont typeface="Oswald"/>
              <a:buNone/>
              <a:defRPr b="1">
                <a:latin typeface="Oswald"/>
                <a:ea typeface="Oswald"/>
                <a:cs typeface="Oswald"/>
                <a:sym typeface="Oswal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18"/>
          <p:cNvSpPr txBox="1"/>
          <p:nvPr>
            <p:ph idx="1" type="body"/>
          </p:nvPr>
        </p:nvSpPr>
        <p:spPr>
          <a:xfrm>
            <a:off x="311700" y="863550"/>
            <a:ext cx="3999900" cy="3416400"/>
          </a:xfrm>
          <a:prstGeom prst="rect">
            <a:avLst/>
          </a:prstGeom>
          <a:noFill/>
          <a:ln>
            <a:noFill/>
          </a:ln>
          <a:effectLst>
            <a:reflection blurRad="0" dir="5400000" dist="38100" endA="0" fadeDir="5400012" kx="0" rotWithShape="0" algn="bl" stPos="0" sy="-100000" ky="0"/>
          </a:effectLst>
        </p:spPr>
        <p:txBody>
          <a:bodyPr anchorCtr="0" anchor="t" bIns="91425" lIns="91425" spcFirstLastPara="1" rIns="91425" wrap="square" tIns="91425">
            <a:noAutofit/>
          </a:bodyPr>
          <a:lstStyle>
            <a:lvl1pPr indent="-342900" lvl="0" marL="457200" marR="0" algn="l">
              <a:lnSpc>
                <a:spcPct val="115000"/>
              </a:lnSpc>
              <a:spcBef>
                <a:spcPts val="0"/>
              </a:spcBef>
              <a:spcAft>
                <a:spcPts val="0"/>
              </a:spcAft>
              <a:buClr>
                <a:srgbClr val="000000"/>
              </a:buClr>
              <a:buSzPts val="1800"/>
              <a:buFont typeface="Oswald"/>
              <a:buChar char="●"/>
              <a:defRPr>
                <a:solidFill>
                  <a:srgbClr val="000000"/>
                </a:solidFill>
                <a:latin typeface="Oswald"/>
                <a:ea typeface="Oswald"/>
                <a:cs typeface="Oswald"/>
                <a:sym typeface="Oswald"/>
              </a:defRPr>
            </a:lvl1pPr>
            <a:lvl2pPr indent="-304800" lvl="1" marL="914400" algn="l">
              <a:lnSpc>
                <a:spcPct val="115000"/>
              </a:lnSpc>
              <a:spcBef>
                <a:spcPts val="1600"/>
              </a:spcBef>
              <a:spcAft>
                <a:spcPts val="0"/>
              </a:spcAft>
              <a:buClr>
                <a:srgbClr val="F1C232"/>
              </a:buClr>
              <a:buSzPts val="1200"/>
              <a:buFont typeface="Oswald"/>
              <a:buChar char="○"/>
              <a:defRPr sz="1200">
                <a:solidFill>
                  <a:srgbClr val="000000"/>
                </a:solidFill>
                <a:latin typeface="Oswald"/>
                <a:ea typeface="Oswald"/>
                <a:cs typeface="Oswald"/>
                <a:sym typeface="Oswald"/>
              </a:defRPr>
            </a:lvl2pPr>
            <a:lvl3pPr indent="-304800" lvl="2" marL="1371600" algn="l">
              <a:lnSpc>
                <a:spcPct val="115000"/>
              </a:lnSpc>
              <a:spcBef>
                <a:spcPts val="1600"/>
              </a:spcBef>
              <a:spcAft>
                <a:spcPts val="0"/>
              </a:spcAft>
              <a:buClr>
                <a:srgbClr val="F1C232"/>
              </a:buClr>
              <a:buSzPts val="1200"/>
              <a:buFont typeface="Oswald"/>
              <a:buChar char="■"/>
              <a:defRPr sz="1200">
                <a:solidFill>
                  <a:srgbClr val="000000"/>
                </a:solidFill>
                <a:latin typeface="Oswald"/>
                <a:ea typeface="Oswald"/>
                <a:cs typeface="Oswald"/>
                <a:sym typeface="Oswald"/>
              </a:defRPr>
            </a:lvl3pPr>
            <a:lvl4pPr indent="-304800" lvl="3" marL="1828800" algn="l">
              <a:lnSpc>
                <a:spcPct val="115000"/>
              </a:lnSpc>
              <a:spcBef>
                <a:spcPts val="1600"/>
              </a:spcBef>
              <a:spcAft>
                <a:spcPts val="0"/>
              </a:spcAft>
              <a:buClr>
                <a:srgbClr val="000000"/>
              </a:buClr>
              <a:buSzPts val="1200"/>
              <a:buFont typeface="Oswald"/>
              <a:buChar char="●"/>
              <a:defRPr sz="1200">
                <a:solidFill>
                  <a:srgbClr val="000000"/>
                </a:solidFill>
                <a:latin typeface="Oswald"/>
                <a:ea typeface="Oswald"/>
                <a:cs typeface="Oswald"/>
                <a:sym typeface="Oswald"/>
              </a:defRPr>
            </a:lvl4pPr>
            <a:lvl5pPr indent="-304800" lvl="4" marL="2286000" algn="l">
              <a:lnSpc>
                <a:spcPct val="115000"/>
              </a:lnSpc>
              <a:spcBef>
                <a:spcPts val="1600"/>
              </a:spcBef>
              <a:spcAft>
                <a:spcPts val="0"/>
              </a:spcAft>
              <a:buClr>
                <a:srgbClr val="000000"/>
              </a:buClr>
              <a:buSzPts val="1200"/>
              <a:buFont typeface="Oswald"/>
              <a:buChar char="○"/>
              <a:defRPr sz="1200">
                <a:solidFill>
                  <a:srgbClr val="000000"/>
                </a:solidFill>
                <a:latin typeface="Oswald"/>
                <a:ea typeface="Oswald"/>
                <a:cs typeface="Oswald"/>
                <a:sym typeface="Oswald"/>
              </a:defRPr>
            </a:lvl5pPr>
            <a:lvl6pPr indent="-304800" lvl="5" marL="2743200" algn="l">
              <a:lnSpc>
                <a:spcPct val="115000"/>
              </a:lnSpc>
              <a:spcBef>
                <a:spcPts val="1600"/>
              </a:spcBef>
              <a:spcAft>
                <a:spcPts val="0"/>
              </a:spcAft>
              <a:buClr>
                <a:srgbClr val="000000"/>
              </a:buClr>
              <a:buSzPts val="1200"/>
              <a:buFont typeface="Oswald"/>
              <a:buChar char="■"/>
              <a:defRPr sz="1200">
                <a:solidFill>
                  <a:srgbClr val="000000"/>
                </a:solidFill>
                <a:latin typeface="Oswald"/>
                <a:ea typeface="Oswald"/>
                <a:cs typeface="Oswald"/>
                <a:sym typeface="Oswald"/>
              </a:defRPr>
            </a:lvl6pPr>
            <a:lvl7pPr indent="-304800" lvl="6" marL="3200400" algn="l">
              <a:lnSpc>
                <a:spcPct val="115000"/>
              </a:lnSpc>
              <a:spcBef>
                <a:spcPts val="1600"/>
              </a:spcBef>
              <a:spcAft>
                <a:spcPts val="0"/>
              </a:spcAft>
              <a:buClr>
                <a:srgbClr val="000000"/>
              </a:buClr>
              <a:buSzPts val="1200"/>
              <a:buFont typeface="Oswald"/>
              <a:buChar char="●"/>
              <a:defRPr sz="1200">
                <a:solidFill>
                  <a:srgbClr val="000000"/>
                </a:solidFill>
                <a:latin typeface="Oswald"/>
                <a:ea typeface="Oswald"/>
                <a:cs typeface="Oswald"/>
                <a:sym typeface="Oswald"/>
              </a:defRPr>
            </a:lvl7pPr>
            <a:lvl8pPr indent="-304800" lvl="7" marL="3657600" algn="l">
              <a:lnSpc>
                <a:spcPct val="115000"/>
              </a:lnSpc>
              <a:spcBef>
                <a:spcPts val="1600"/>
              </a:spcBef>
              <a:spcAft>
                <a:spcPts val="0"/>
              </a:spcAft>
              <a:buClr>
                <a:srgbClr val="000000"/>
              </a:buClr>
              <a:buSzPts val="1200"/>
              <a:buFont typeface="Oswald"/>
              <a:buChar char="○"/>
              <a:defRPr sz="1200">
                <a:solidFill>
                  <a:srgbClr val="000000"/>
                </a:solidFill>
                <a:latin typeface="Oswald"/>
                <a:ea typeface="Oswald"/>
                <a:cs typeface="Oswald"/>
                <a:sym typeface="Oswald"/>
              </a:defRPr>
            </a:lvl8pPr>
            <a:lvl9pPr indent="-304800" lvl="8" marL="4114800" algn="l">
              <a:lnSpc>
                <a:spcPct val="115000"/>
              </a:lnSpc>
              <a:spcBef>
                <a:spcPts val="1600"/>
              </a:spcBef>
              <a:spcAft>
                <a:spcPts val="1600"/>
              </a:spcAft>
              <a:buClr>
                <a:srgbClr val="000000"/>
              </a:buClr>
              <a:buSzPts val="1200"/>
              <a:buFont typeface="Oswald"/>
              <a:buChar char="■"/>
              <a:defRPr sz="1200">
                <a:solidFill>
                  <a:srgbClr val="000000"/>
                </a:solidFill>
                <a:latin typeface="Oswald"/>
                <a:ea typeface="Oswald"/>
                <a:cs typeface="Oswald"/>
                <a:sym typeface="Oswald"/>
              </a:defRPr>
            </a:lvl9pPr>
          </a:lstStyle>
          <a:p/>
        </p:txBody>
      </p:sp>
      <p:sp>
        <p:nvSpPr>
          <p:cNvPr id="21" name="Google Shape;21;p18"/>
          <p:cNvSpPr txBox="1"/>
          <p:nvPr>
            <p:ph idx="2" type="body"/>
          </p:nvPr>
        </p:nvSpPr>
        <p:spPr>
          <a:xfrm>
            <a:off x="4832400" y="847675"/>
            <a:ext cx="39999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Clr>
                <a:srgbClr val="F1C232"/>
              </a:buClr>
              <a:buSzPts val="1800"/>
              <a:buFont typeface="Oswald"/>
              <a:buChar char="●"/>
              <a:defRPr>
                <a:solidFill>
                  <a:srgbClr val="000000"/>
                </a:solidFill>
                <a:latin typeface="Oswald"/>
                <a:ea typeface="Oswald"/>
                <a:cs typeface="Oswald"/>
                <a:sym typeface="Oswald"/>
              </a:defRPr>
            </a:lvl1pPr>
            <a:lvl2pPr indent="-304800" lvl="1" marL="914400" algn="l">
              <a:lnSpc>
                <a:spcPct val="115000"/>
              </a:lnSpc>
              <a:spcBef>
                <a:spcPts val="1600"/>
              </a:spcBef>
              <a:spcAft>
                <a:spcPts val="0"/>
              </a:spcAft>
              <a:buClr>
                <a:srgbClr val="F1C232"/>
              </a:buClr>
              <a:buSzPts val="1200"/>
              <a:buFont typeface="Oswald"/>
              <a:buChar char="○"/>
              <a:defRPr sz="1200">
                <a:solidFill>
                  <a:srgbClr val="000000"/>
                </a:solidFill>
                <a:latin typeface="Oswald"/>
                <a:ea typeface="Oswald"/>
                <a:cs typeface="Oswald"/>
                <a:sym typeface="Oswald"/>
              </a:defRPr>
            </a:lvl2pPr>
            <a:lvl3pPr indent="-304800" lvl="2" marL="1371600" algn="l">
              <a:lnSpc>
                <a:spcPct val="115000"/>
              </a:lnSpc>
              <a:spcBef>
                <a:spcPts val="1600"/>
              </a:spcBef>
              <a:spcAft>
                <a:spcPts val="0"/>
              </a:spcAft>
              <a:buClr>
                <a:srgbClr val="F1C232"/>
              </a:buClr>
              <a:buSzPts val="1200"/>
              <a:buFont typeface="Oswald"/>
              <a:buChar char="■"/>
              <a:defRPr sz="1200">
                <a:solidFill>
                  <a:srgbClr val="000000"/>
                </a:solidFill>
                <a:latin typeface="Oswald"/>
                <a:ea typeface="Oswald"/>
                <a:cs typeface="Oswald"/>
                <a:sym typeface="Oswald"/>
              </a:defRPr>
            </a:lvl3pPr>
            <a:lvl4pPr indent="-304800" lvl="3" marL="1828800" algn="l">
              <a:lnSpc>
                <a:spcPct val="115000"/>
              </a:lnSpc>
              <a:spcBef>
                <a:spcPts val="1600"/>
              </a:spcBef>
              <a:spcAft>
                <a:spcPts val="0"/>
              </a:spcAft>
              <a:buClr>
                <a:srgbClr val="000000"/>
              </a:buClr>
              <a:buSzPts val="1200"/>
              <a:buFont typeface="Oswald"/>
              <a:buChar char="●"/>
              <a:defRPr sz="1200">
                <a:solidFill>
                  <a:srgbClr val="000000"/>
                </a:solidFill>
                <a:latin typeface="Oswald"/>
                <a:ea typeface="Oswald"/>
                <a:cs typeface="Oswald"/>
                <a:sym typeface="Oswald"/>
              </a:defRPr>
            </a:lvl4pPr>
            <a:lvl5pPr indent="-304800" lvl="4" marL="2286000" algn="l">
              <a:lnSpc>
                <a:spcPct val="115000"/>
              </a:lnSpc>
              <a:spcBef>
                <a:spcPts val="1600"/>
              </a:spcBef>
              <a:spcAft>
                <a:spcPts val="0"/>
              </a:spcAft>
              <a:buClr>
                <a:srgbClr val="000000"/>
              </a:buClr>
              <a:buSzPts val="1200"/>
              <a:buFont typeface="Oswald"/>
              <a:buChar char="○"/>
              <a:defRPr sz="1200">
                <a:solidFill>
                  <a:srgbClr val="000000"/>
                </a:solidFill>
                <a:latin typeface="Oswald"/>
                <a:ea typeface="Oswald"/>
                <a:cs typeface="Oswald"/>
                <a:sym typeface="Oswald"/>
              </a:defRPr>
            </a:lvl5pPr>
            <a:lvl6pPr indent="-304800" lvl="5" marL="2743200" algn="l">
              <a:lnSpc>
                <a:spcPct val="115000"/>
              </a:lnSpc>
              <a:spcBef>
                <a:spcPts val="1600"/>
              </a:spcBef>
              <a:spcAft>
                <a:spcPts val="0"/>
              </a:spcAft>
              <a:buClr>
                <a:srgbClr val="000000"/>
              </a:buClr>
              <a:buSzPts val="1200"/>
              <a:buFont typeface="Oswald"/>
              <a:buChar char="■"/>
              <a:defRPr sz="1200">
                <a:solidFill>
                  <a:srgbClr val="000000"/>
                </a:solidFill>
                <a:latin typeface="Oswald"/>
                <a:ea typeface="Oswald"/>
                <a:cs typeface="Oswald"/>
                <a:sym typeface="Oswald"/>
              </a:defRPr>
            </a:lvl6pPr>
            <a:lvl7pPr indent="-304800" lvl="6" marL="3200400" algn="l">
              <a:lnSpc>
                <a:spcPct val="115000"/>
              </a:lnSpc>
              <a:spcBef>
                <a:spcPts val="1600"/>
              </a:spcBef>
              <a:spcAft>
                <a:spcPts val="0"/>
              </a:spcAft>
              <a:buClr>
                <a:srgbClr val="000000"/>
              </a:buClr>
              <a:buSzPts val="1200"/>
              <a:buFont typeface="Oswald"/>
              <a:buChar char="●"/>
              <a:defRPr sz="1200">
                <a:solidFill>
                  <a:srgbClr val="000000"/>
                </a:solidFill>
                <a:latin typeface="Oswald"/>
                <a:ea typeface="Oswald"/>
                <a:cs typeface="Oswald"/>
                <a:sym typeface="Oswald"/>
              </a:defRPr>
            </a:lvl7pPr>
            <a:lvl8pPr indent="-304800" lvl="7" marL="3657600" algn="l">
              <a:lnSpc>
                <a:spcPct val="115000"/>
              </a:lnSpc>
              <a:spcBef>
                <a:spcPts val="1600"/>
              </a:spcBef>
              <a:spcAft>
                <a:spcPts val="0"/>
              </a:spcAft>
              <a:buClr>
                <a:srgbClr val="000000"/>
              </a:buClr>
              <a:buSzPts val="1200"/>
              <a:buFont typeface="Oswald"/>
              <a:buChar char="○"/>
              <a:defRPr sz="1200">
                <a:solidFill>
                  <a:srgbClr val="000000"/>
                </a:solidFill>
                <a:latin typeface="Oswald"/>
                <a:ea typeface="Oswald"/>
                <a:cs typeface="Oswald"/>
                <a:sym typeface="Oswald"/>
              </a:defRPr>
            </a:lvl8pPr>
            <a:lvl9pPr indent="-304800" lvl="8" marL="4114800" algn="l">
              <a:lnSpc>
                <a:spcPct val="115000"/>
              </a:lnSpc>
              <a:spcBef>
                <a:spcPts val="1600"/>
              </a:spcBef>
              <a:spcAft>
                <a:spcPts val="1600"/>
              </a:spcAft>
              <a:buClr>
                <a:srgbClr val="000000"/>
              </a:buClr>
              <a:buSzPts val="1200"/>
              <a:buFont typeface="Oswald"/>
              <a:buChar char="■"/>
              <a:defRPr sz="1200">
                <a:solidFill>
                  <a:srgbClr val="000000"/>
                </a:solidFill>
                <a:latin typeface="Oswald"/>
                <a:ea typeface="Oswald"/>
                <a:cs typeface="Oswald"/>
                <a:sym typeface="Oswald"/>
              </a:defRPr>
            </a:lvl9pPr>
          </a:lstStyle>
          <a:p/>
        </p:txBody>
      </p:sp>
      <p:sp>
        <p:nvSpPr>
          <p:cNvPr id="22" name="Google Shape;2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000000"/>
        </a:solidFill>
      </p:bgPr>
    </p:bg>
    <p:spTree>
      <p:nvGrpSpPr>
        <p:cNvPr id="23" name="Shape 23"/>
        <p:cNvGrpSpPr/>
        <p:nvPr/>
      </p:nvGrpSpPr>
      <p:grpSpPr>
        <a:xfrm>
          <a:off x="0" y="0"/>
          <a:ext cx="0" cy="0"/>
          <a:chOff x="0" y="0"/>
          <a:chExt cx="0" cy="0"/>
        </a:xfrm>
      </p:grpSpPr>
      <p:sp>
        <p:nvSpPr>
          <p:cNvPr id="24" name="Google Shape;24;p1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FFFFFF"/>
              </a:buClr>
              <a:buSzPts val="3600"/>
              <a:buFont typeface="Oswald"/>
              <a:buNone/>
              <a:defRPr b="1" sz="3600">
                <a:solidFill>
                  <a:srgbClr val="FFFFFF"/>
                </a:solidFill>
                <a:latin typeface="Oswald"/>
                <a:ea typeface="Oswald"/>
                <a:cs typeface="Oswald"/>
                <a:sym typeface="Oswald"/>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5" name="Google Shape;25;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20"/>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Font typeface="Oswald"/>
              <a:buNone/>
              <a:defRPr b="1">
                <a:latin typeface="Oswald"/>
                <a:ea typeface="Oswald"/>
                <a:cs typeface="Oswald"/>
                <a:sym typeface="Oswal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2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1" name="Google Shape;31;p2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2" name="Google Shape;32;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2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5" name="Google Shape;35;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2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2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9" name="Google Shape;39;p2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2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1" name="Google Shape;41;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2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Clr>
                <a:srgbClr val="000000"/>
              </a:buClr>
              <a:buSzPts val="1800"/>
              <a:buFont typeface="Oswald"/>
              <a:buNone/>
              <a:defRPr>
                <a:solidFill>
                  <a:srgbClr val="000000"/>
                </a:solidFill>
                <a:latin typeface="Oswald"/>
                <a:ea typeface="Oswald"/>
                <a:cs typeface="Oswald"/>
                <a:sym typeface="Oswald"/>
              </a:defRPr>
            </a:lvl1pPr>
          </a:lstStyle>
          <a:p/>
        </p:txBody>
      </p:sp>
      <p:sp>
        <p:nvSpPr>
          <p:cNvPr id="44" name="Google Shape;4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24"/>
          <p:cNvSpPr txBox="1"/>
          <p:nvPr/>
        </p:nvSpPr>
        <p:spPr>
          <a:xfrm>
            <a:off x="311700" y="4764475"/>
            <a:ext cx="826500" cy="309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Oswald"/>
                <a:ea typeface="Oswald"/>
                <a:cs typeface="Oswald"/>
                <a:sym typeface="Oswald"/>
              </a:rPr>
              <a:t>BD-2018</a:t>
            </a:r>
            <a:endParaRPr b="1" i="0" sz="1400" u="none" cap="none" strike="noStrike">
              <a:solidFill>
                <a:srgbClr val="000000"/>
              </a:solidFill>
              <a:latin typeface="Oswald"/>
              <a:ea typeface="Oswald"/>
              <a:cs typeface="Oswald"/>
              <a:sym typeface="Oswa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2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2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9" name="Google Shape;49;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2" name="Shape 52"/>
        <p:cNvGrpSpPr/>
        <p:nvPr/>
      </p:nvGrpSpPr>
      <p:grpSpPr>
        <a:xfrm>
          <a:off x="0" y="0"/>
          <a:ext cx="0" cy="0"/>
          <a:chOff x="0" y="0"/>
          <a:chExt cx="0" cy="0"/>
        </a:xfrm>
      </p:grpSpPr>
      <p:sp>
        <p:nvSpPr>
          <p:cNvPr id="53" name="Google Shape;53;p27"/>
          <p:cNvSpPr txBox="1"/>
          <p:nvPr>
            <p:ph type="title"/>
          </p:nvPr>
        </p:nvSpPr>
        <p:spPr>
          <a:xfrm>
            <a:off x="768350" y="88106"/>
            <a:ext cx="8077200" cy="457200"/>
          </a:xfrm>
          <a:prstGeom prst="rect">
            <a:avLst/>
          </a:prstGeom>
          <a:noFill/>
          <a:ln>
            <a:noFill/>
          </a:ln>
        </p:spPr>
        <p:txBody>
          <a:bodyPr anchorCtr="0" anchor="b" bIns="45700" lIns="91425" spcFirstLastPara="1" rIns="91425" wrap="square" tIns="45700">
            <a:noAutofit/>
          </a:bodyPr>
          <a:lstStyle>
            <a:lvl1pPr lvl="0" marR="0" algn="ctr">
              <a:lnSpc>
                <a:spcPct val="100000"/>
              </a:lnSpc>
              <a:spcBef>
                <a:spcPts val="0"/>
              </a:spcBef>
              <a:spcAft>
                <a:spcPts val="0"/>
              </a:spcAft>
              <a:buSzPts val="2800"/>
              <a:buNone/>
              <a:defRPr b="1" i="0" sz="3200" u="none" cap="none" strike="noStrike">
                <a:solidFill>
                  <a:schemeClr val="dk2"/>
                </a:solidFill>
                <a:latin typeface="Helvetica Neue"/>
                <a:ea typeface="Helvetica Neue"/>
                <a:cs typeface="Helvetica Neue"/>
                <a:sym typeface="Helvetica Neue"/>
              </a:defRPr>
            </a:lvl1pPr>
            <a:lvl2pPr lvl="1" marR="0" algn="ctr">
              <a:lnSpc>
                <a:spcPct val="100000"/>
              </a:lnSpc>
              <a:spcBef>
                <a:spcPts val="0"/>
              </a:spcBef>
              <a:spcAft>
                <a:spcPts val="0"/>
              </a:spcAft>
              <a:buSzPts val="2800"/>
              <a:buNone/>
              <a:defRPr b="1" i="0" sz="3200" u="none" cap="none" strike="noStrike">
                <a:solidFill>
                  <a:schemeClr val="dk2"/>
                </a:solidFill>
                <a:latin typeface="Helvetica Neue"/>
                <a:ea typeface="Helvetica Neue"/>
                <a:cs typeface="Helvetica Neue"/>
                <a:sym typeface="Helvetica Neue"/>
              </a:defRPr>
            </a:lvl2pPr>
            <a:lvl3pPr lvl="2" marR="0" algn="ctr">
              <a:lnSpc>
                <a:spcPct val="100000"/>
              </a:lnSpc>
              <a:spcBef>
                <a:spcPts val="0"/>
              </a:spcBef>
              <a:spcAft>
                <a:spcPts val="0"/>
              </a:spcAft>
              <a:buSzPts val="2800"/>
              <a:buNone/>
              <a:defRPr b="1" i="0" sz="3200" u="none" cap="none" strike="noStrike">
                <a:solidFill>
                  <a:schemeClr val="dk2"/>
                </a:solidFill>
                <a:latin typeface="Helvetica Neue"/>
                <a:ea typeface="Helvetica Neue"/>
                <a:cs typeface="Helvetica Neue"/>
                <a:sym typeface="Helvetica Neue"/>
              </a:defRPr>
            </a:lvl3pPr>
            <a:lvl4pPr lvl="3" marR="0" algn="ctr">
              <a:lnSpc>
                <a:spcPct val="100000"/>
              </a:lnSpc>
              <a:spcBef>
                <a:spcPts val="0"/>
              </a:spcBef>
              <a:spcAft>
                <a:spcPts val="0"/>
              </a:spcAft>
              <a:buSzPts val="2800"/>
              <a:buNone/>
              <a:defRPr b="1" i="0" sz="3200" u="none" cap="none" strike="noStrike">
                <a:solidFill>
                  <a:schemeClr val="dk2"/>
                </a:solidFill>
                <a:latin typeface="Helvetica Neue"/>
                <a:ea typeface="Helvetica Neue"/>
                <a:cs typeface="Helvetica Neue"/>
                <a:sym typeface="Helvetica Neue"/>
              </a:defRPr>
            </a:lvl4pPr>
            <a:lvl5pPr lvl="4" marR="0" algn="ctr">
              <a:lnSpc>
                <a:spcPct val="100000"/>
              </a:lnSpc>
              <a:spcBef>
                <a:spcPts val="0"/>
              </a:spcBef>
              <a:spcAft>
                <a:spcPts val="0"/>
              </a:spcAft>
              <a:buSzPts val="2800"/>
              <a:buNone/>
              <a:defRPr b="1" i="0" sz="3200" u="none" cap="none" strike="noStrike">
                <a:solidFill>
                  <a:schemeClr val="dk2"/>
                </a:solidFill>
                <a:latin typeface="Helvetica Neue"/>
                <a:ea typeface="Helvetica Neue"/>
                <a:cs typeface="Helvetica Neue"/>
                <a:sym typeface="Helvetica Neue"/>
              </a:defRPr>
            </a:lvl5pPr>
            <a:lvl6pPr lvl="5" marR="0" algn="ctr">
              <a:lnSpc>
                <a:spcPct val="100000"/>
              </a:lnSpc>
              <a:spcBef>
                <a:spcPts val="0"/>
              </a:spcBef>
              <a:spcAft>
                <a:spcPts val="0"/>
              </a:spcAft>
              <a:buSzPts val="2800"/>
              <a:buNone/>
              <a:defRPr b="1" i="0" sz="3200" u="none" cap="none" strike="noStrike">
                <a:solidFill>
                  <a:schemeClr val="dk2"/>
                </a:solidFill>
                <a:latin typeface="Helvetica Neue"/>
                <a:ea typeface="Helvetica Neue"/>
                <a:cs typeface="Helvetica Neue"/>
                <a:sym typeface="Helvetica Neue"/>
              </a:defRPr>
            </a:lvl6pPr>
            <a:lvl7pPr lvl="6" marR="0" algn="ctr">
              <a:lnSpc>
                <a:spcPct val="100000"/>
              </a:lnSpc>
              <a:spcBef>
                <a:spcPts val="0"/>
              </a:spcBef>
              <a:spcAft>
                <a:spcPts val="0"/>
              </a:spcAft>
              <a:buSzPts val="2800"/>
              <a:buNone/>
              <a:defRPr b="1" i="0" sz="3200" u="none" cap="none" strike="noStrike">
                <a:solidFill>
                  <a:schemeClr val="dk2"/>
                </a:solidFill>
                <a:latin typeface="Helvetica Neue"/>
                <a:ea typeface="Helvetica Neue"/>
                <a:cs typeface="Helvetica Neue"/>
                <a:sym typeface="Helvetica Neue"/>
              </a:defRPr>
            </a:lvl7pPr>
            <a:lvl8pPr lvl="7" marR="0" algn="ctr">
              <a:lnSpc>
                <a:spcPct val="100000"/>
              </a:lnSpc>
              <a:spcBef>
                <a:spcPts val="0"/>
              </a:spcBef>
              <a:spcAft>
                <a:spcPts val="0"/>
              </a:spcAft>
              <a:buSzPts val="2800"/>
              <a:buNone/>
              <a:defRPr b="1" i="0" sz="3200" u="none" cap="none" strike="noStrike">
                <a:solidFill>
                  <a:schemeClr val="dk2"/>
                </a:solidFill>
                <a:latin typeface="Helvetica Neue"/>
                <a:ea typeface="Helvetica Neue"/>
                <a:cs typeface="Helvetica Neue"/>
                <a:sym typeface="Helvetica Neue"/>
              </a:defRPr>
            </a:lvl8pPr>
            <a:lvl9pPr lvl="8" marR="0" algn="ctr">
              <a:lnSpc>
                <a:spcPct val="100000"/>
              </a:lnSpc>
              <a:spcBef>
                <a:spcPts val="0"/>
              </a:spcBef>
              <a:spcAft>
                <a:spcPts val="0"/>
              </a:spcAft>
              <a:buSzPts val="2800"/>
              <a:buNone/>
              <a:defRPr b="1" i="0" sz="3200" u="none" cap="none" strike="noStrike">
                <a:solidFill>
                  <a:schemeClr val="dk2"/>
                </a:solidFill>
                <a:latin typeface="Helvetica Neue"/>
                <a:ea typeface="Helvetica Neue"/>
                <a:cs typeface="Helvetica Neue"/>
                <a:sym typeface="Helvetica Neue"/>
              </a:defRPr>
            </a:lvl9pPr>
          </a:lstStyle>
          <a:p/>
        </p:txBody>
      </p:sp>
      <p:sp>
        <p:nvSpPr>
          <p:cNvPr id="54" name="Google Shape;54;p27"/>
          <p:cNvSpPr txBox="1"/>
          <p:nvPr>
            <p:ph idx="1" type="body"/>
          </p:nvPr>
        </p:nvSpPr>
        <p:spPr>
          <a:xfrm>
            <a:off x="814387" y="820340"/>
            <a:ext cx="7661400" cy="3677700"/>
          </a:xfrm>
          <a:prstGeom prst="rect">
            <a:avLst/>
          </a:prstGeom>
          <a:noFill/>
          <a:ln>
            <a:noFill/>
          </a:ln>
        </p:spPr>
        <p:txBody>
          <a:bodyPr anchorCtr="0" anchor="t" bIns="45700" lIns="91425" spcFirstLastPara="1" rIns="91425" wrap="square" tIns="45700">
            <a:noAutofit/>
          </a:bodyPr>
          <a:lstStyle>
            <a:lvl1pPr indent="-331470" lvl="0" marL="457200" marR="0" algn="l">
              <a:lnSpc>
                <a:spcPct val="115000"/>
              </a:lnSpc>
              <a:spcBef>
                <a:spcPts val="630"/>
              </a:spcBef>
              <a:spcAft>
                <a:spcPts val="0"/>
              </a:spcAft>
              <a:buClr>
                <a:schemeClr val="dk2"/>
              </a:buClr>
              <a:buSzPts val="1620"/>
              <a:buFont typeface="Arial"/>
              <a:buChar char="●"/>
              <a:defRPr b="0" i="0" sz="1800" u="none" cap="none" strike="noStrike">
                <a:solidFill>
                  <a:schemeClr val="dk1"/>
                </a:solidFill>
                <a:latin typeface="Helvetica Neue"/>
                <a:ea typeface="Helvetica Neue"/>
                <a:cs typeface="Helvetica Neue"/>
                <a:sym typeface="Helvetica Neue"/>
              </a:defRPr>
            </a:lvl1pPr>
            <a:lvl2pPr indent="-320040" lvl="1" marL="914400" marR="0" algn="l">
              <a:lnSpc>
                <a:spcPct val="115000"/>
              </a:lnSpc>
              <a:spcBef>
                <a:spcPts val="630"/>
              </a:spcBef>
              <a:spcAft>
                <a:spcPts val="0"/>
              </a:spcAft>
              <a:buClr>
                <a:schemeClr val="folHlink"/>
              </a:buClr>
              <a:buSzPts val="1440"/>
              <a:buFont typeface="Arial"/>
              <a:buChar char="●"/>
              <a:defRPr b="0" i="0" sz="1800" u="none" cap="none" strike="noStrike">
                <a:solidFill>
                  <a:schemeClr val="dk1"/>
                </a:solidFill>
                <a:latin typeface="Helvetica Neue"/>
                <a:ea typeface="Helvetica Neue"/>
                <a:cs typeface="Helvetica Neue"/>
                <a:sym typeface="Helvetica Neue"/>
              </a:defRPr>
            </a:lvl2pPr>
            <a:lvl3pPr indent="-314325" lvl="2" marL="1371600" marR="0" algn="l">
              <a:lnSpc>
                <a:spcPct val="115000"/>
              </a:lnSpc>
              <a:spcBef>
                <a:spcPts val="630"/>
              </a:spcBef>
              <a:spcAft>
                <a:spcPts val="0"/>
              </a:spcAft>
              <a:buClr>
                <a:srgbClr val="33CC33"/>
              </a:buClr>
              <a:buSzPts val="1350"/>
              <a:buFont typeface="Arimo"/>
              <a:buChar char="4"/>
              <a:defRPr b="0" i="0" sz="1800" u="none" cap="none" strike="noStrike">
                <a:solidFill>
                  <a:schemeClr val="dk1"/>
                </a:solidFill>
                <a:latin typeface="Helvetica Neue"/>
                <a:ea typeface="Helvetica Neue"/>
                <a:cs typeface="Helvetica Neue"/>
                <a:sym typeface="Helvetica Neue"/>
              </a:defRPr>
            </a:lvl3pPr>
            <a:lvl4pPr indent="-342900" lvl="3" marL="1828800" marR="0" algn="l">
              <a:lnSpc>
                <a:spcPct val="115000"/>
              </a:lnSpc>
              <a:spcBef>
                <a:spcPts val="630"/>
              </a:spcBef>
              <a:spcAft>
                <a:spcPts val="0"/>
              </a:spcAft>
              <a:buClr>
                <a:schemeClr val="hlink"/>
              </a:buClr>
              <a:buSzPts val="1800"/>
              <a:buFont typeface="Times New Roman"/>
              <a:buChar char="–"/>
              <a:defRPr b="0" i="0" sz="1800" u="none" cap="none" strike="noStrike">
                <a:solidFill>
                  <a:schemeClr val="dk1"/>
                </a:solidFill>
                <a:latin typeface="Helvetica Neue"/>
                <a:ea typeface="Helvetica Neue"/>
                <a:cs typeface="Helvetica Neue"/>
                <a:sym typeface="Helvetica Neue"/>
              </a:defRPr>
            </a:lvl4pPr>
            <a:lvl5pPr indent="-314325" lvl="4" marL="2286000" marR="0" algn="l">
              <a:lnSpc>
                <a:spcPct val="115000"/>
              </a:lnSpc>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5pPr>
            <a:lvl6pPr indent="-314325" lvl="5" marL="2743200" marR="0" algn="l">
              <a:lnSpc>
                <a:spcPct val="115000"/>
              </a:lnSpc>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14325" lvl="6" marL="3200400" marR="0" algn="l">
              <a:lnSpc>
                <a:spcPct val="115000"/>
              </a:lnSpc>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14325" lvl="7" marL="3657600" marR="0" algn="l">
              <a:lnSpc>
                <a:spcPct val="115000"/>
              </a:lnSpc>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14325" lvl="8" marL="4114800" marR="0" algn="l">
              <a:lnSpc>
                <a:spcPct val="115000"/>
              </a:lnSpc>
              <a:spcBef>
                <a:spcPts val="630"/>
              </a:spcBef>
              <a:spcAft>
                <a:spcPts val="0"/>
              </a:spcAft>
              <a:buClr>
                <a:schemeClr val="dk2"/>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9" name="Shape 59"/>
        <p:cNvGrpSpPr/>
        <p:nvPr/>
      </p:nvGrpSpPr>
      <p:grpSpPr>
        <a:xfrm>
          <a:off x="0" y="0"/>
          <a:ext cx="0" cy="0"/>
          <a:chOff x="0" y="0"/>
          <a:chExt cx="0" cy="0"/>
        </a:xfrm>
      </p:grpSpPr>
      <p:sp>
        <p:nvSpPr>
          <p:cNvPr id="60" name="Google Shape;60;p2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1" name="Google Shape;61;p2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2" name="Google Shape;62;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3" name="Shape 63"/>
        <p:cNvGrpSpPr/>
        <p:nvPr/>
      </p:nvGrpSpPr>
      <p:grpSpPr>
        <a:xfrm>
          <a:off x="0" y="0"/>
          <a:ext cx="0" cy="0"/>
          <a:chOff x="0" y="0"/>
          <a:chExt cx="0" cy="0"/>
        </a:xfrm>
      </p:grpSpPr>
      <p:sp>
        <p:nvSpPr>
          <p:cNvPr id="64" name="Google Shape;64;p3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5" name="Google Shape;65;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6" name="Shape 66"/>
        <p:cNvGrpSpPr/>
        <p:nvPr/>
      </p:nvGrpSpPr>
      <p:grpSpPr>
        <a:xfrm>
          <a:off x="0" y="0"/>
          <a:ext cx="0" cy="0"/>
          <a:chOff x="0" y="0"/>
          <a:chExt cx="0" cy="0"/>
        </a:xfrm>
      </p:grpSpPr>
      <p:sp>
        <p:nvSpPr>
          <p:cNvPr id="67" name="Google Shape;67;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8" name="Google Shape;68;p3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69" name="Google Shape;69;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0" name="Shape 70"/>
        <p:cNvGrpSpPr/>
        <p:nvPr/>
      </p:nvGrpSpPr>
      <p:grpSpPr>
        <a:xfrm>
          <a:off x="0" y="0"/>
          <a:ext cx="0" cy="0"/>
          <a:chOff x="0" y="0"/>
          <a:chExt cx="0" cy="0"/>
        </a:xfrm>
      </p:grpSpPr>
      <p:sp>
        <p:nvSpPr>
          <p:cNvPr id="71" name="Google Shape;71;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2" name="Google Shape;72;p3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73" name="Google Shape;73;p3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74" name="Google Shape;74;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7" name="Google Shape;77;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8" name="Shape 78"/>
        <p:cNvGrpSpPr/>
        <p:nvPr/>
      </p:nvGrpSpPr>
      <p:grpSpPr>
        <a:xfrm>
          <a:off x="0" y="0"/>
          <a:ext cx="0" cy="0"/>
          <a:chOff x="0" y="0"/>
          <a:chExt cx="0" cy="0"/>
        </a:xfrm>
      </p:grpSpPr>
      <p:sp>
        <p:nvSpPr>
          <p:cNvPr id="79" name="Google Shape;79;p3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80" name="Google Shape;80;p3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81" name="Google Shape;81;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2" name="Shape 82"/>
        <p:cNvGrpSpPr/>
        <p:nvPr/>
      </p:nvGrpSpPr>
      <p:grpSpPr>
        <a:xfrm>
          <a:off x="0" y="0"/>
          <a:ext cx="0" cy="0"/>
          <a:chOff x="0" y="0"/>
          <a:chExt cx="0" cy="0"/>
        </a:xfrm>
      </p:grpSpPr>
      <p:sp>
        <p:nvSpPr>
          <p:cNvPr id="83" name="Google Shape;83;p3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84" name="Google Shape;84;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5" name="Shape 85"/>
        <p:cNvGrpSpPr/>
        <p:nvPr/>
      </p:nvGrpSpPr>
      <p:grpSpPr>
        <a:xfrm>
          <a:off x="0" y="0"/>
          <a:ext cx="0" cy="0"/>
          <a:chOff x="0" y="0"/>
          <a:chExt cx="0" cy="0"/>
        </a:xfrm>
      </p:grpSpPr>
      <p:sp>
        <p:nvSpPr>
          <p:cNvPr id="86" name="Google Shape;86;p3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3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8" name="Google Shape;88;p3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9" name="Google Shape;89;p3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90" name="Google Shape;90;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1" name="Shape 91"/>
        <p:cNvGrpSpPr/>
        <p:nvPr/>
      </p:nvGrpSpPr>
      <p:grpSpPr>
        <a:xfrm>
          <a:off x="0" y="0"/>
          <a:ext cx="0" cy="0"/>
          <a:chOff x="0" y="0"/>
          <a:chExt cx="0" cy="0"/>
        </a:xfrm>
      </p:grpSpPr>
      <p:sp>
        <p:nvSpPr>
          <p:cNvPr id="92" name="Google Shape;92;p3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93" name="Google Shape;93;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4" name="Shape 94"/>
        <p:cNvGrpSpPr/>
        <p:nvPr/>
      </p:nvGrpSpPr>
      <p:grpSpPr>
        <a:xfrm>
          <a:off x="0" y="0"/>
          <a:ext cx="0" cy="0"/>
          <a:chOff x="0" y="0"/>
          <a:chExt cx="0" cy="0"/>
        </a:xfrm>
      </p:grpSpPr>
      <p:sp>
        <p:nvSpPr>
          <p:cNvPr id="95" name="Google Shape;95;p3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6" name="Google Shape;96;p3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97" name="Google Shape;97;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3.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Oswald"/>
              <a:buNone/>
              <a:defRPr b="1" i="0" sz="2800" u="none" cap="none" strike="noStrike">
                <a:solidFill>
                  <a:schemeClr val="dk1"/>
                </a:solidFill>
                <a:latin typeface="Oswald"/>
                <a:ea typeface="Oswald"/>
                <a:cs typeface="Oswald"/>
                <a:sym typeface="Oswald"/>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5"/>
          <p:cNvSpPr txBox="1"/>
          <p:nvPr>
            <p:ph idx="1" type="body"/>
          </p:nvPr>
        </p:nvSpPr>
        <p:spPr>
          <a:xfrm>
            <a:off x="311700" y="8476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rgbClr val="F1C232"/>
              </a:buClr>
              <a:buSzPts val="1800"/>
              <a:buFont typeface="Oswald"/>
              <a:buChar char="●"/>
              <a:defRPr b="0" i="0" sz="1800" u="none" cap="none" strike="noStrike">
                <a:solidFill>
                  <a:srgbClr val="000000"/>
                </a:solidFill>
                <a:latin typeface="Oswald"/>
                <a:ea typeface="Oswald"/>
                <a:cs typeface="Oswald"/>
                <a:sym typeface="Oswald"/>
              </a:defRPr>
            </a:lvl1pPr>
            <a:lvl2pPr indent="-317500" lvl="1" marL="914400" marR="0" rtl="0" algn="l">
              <a:lnSpc>
                <a:spcPct val="115000"/>
              </a:lnSpc>
              <a:spcBef>
                <a:spcPts val="1600"/>
              </a:spcBef>
              <a:spcAft>
                <a:spcPts val="0"/>
              </a:spcAft>
              <a:buClr>
                <a:srgbClr val="F1C232"/>
              </a:buClr>
              <a:buSzPts val="1400"/>
              <a:buFont typeface="Oswald"/>
              <a:buChar char="○"/>
              <a:defRPr b="0" i="0" sz="1400" u="none" cap="none" strike="noStrike">
                <a:solidFill>
                  <a:srgbClr val="000000"/>
                </a:solidFill>
                <a:latin typeface="Oswald"/>
                <a:ea typeface="Oswald"/>
                <a:cs typeface="Oswald"/>
                <a:sym typeface="Oswald"/>
              </a:defRPr>
            </a:lvl2pPr>
            <a:lvl3pPr indent="-317500" lvl="2" marL="1371600" marR="0" rtl="0" algn="l">
              <a:lnSpc>
                <a:spcPct val="115000"/>
              </a:lnSpc>
              <a:spcBef>
                <a:spcPts val="1600"/>
              </a:spcBef>
              <a:spcAft>
                <a:spcPts val="0"/>
              </a:spcAft>
              <a:buClr>
                <a:srgbClr val="FFD966"/>
              </a:buClr>
              <a:buSzPts val="1400"/>
              <a:buFont typeface="Oswald"/>
              <a:buChar char="■"/>
              <a:defRPr b="0" i="0" sz="1400" u="none" cap="none" strike="noStrike">
                <a:solidFill>
                  <a:srgbClr val="000000"/>
                </a:solidFill>
                <a:latin typeface="Oswald"/>
                <a:ea typeface="Oswald"/>
                <a:cs typeface="Oswald"/>
                <a:sym typeface="Oswald"/>
              </a:defRPr>
            </a:lvl3pPr>
            <a:lvl4pPr indent="-317500" lvl="3" marL="1828800" marR="0" rtl="0" algn="l">
              <a:lnSpc>
                <a:spcPct val="115000"/>
              </a:lnSpc>
              <a:spcBef>
                <a:spcPts val="1600"/>
              </a:spcBef>
              <a:spcAft>
                <a:spcPts val="0"/>
              </a:spcAft>
              <a:buClr>
                <a:srgbClr val="F1C232"/>
              </a:buClr>
              <a:buSzPts val="1400"/>
              <a:buFont typeface="Oswald"/>
              <a:buChar char="●"/>
              <a:defRPr b="0" i="0" sz="1400" u="none" cap="none" strike="noStrike">
                <a:solidFill>
                  <a:srgbClr val="000000"/>
                </a:solidFill>
                <a:latin typeface="Oswald"/>
                <a:ea typeface="Oswald"/>
                <a:cs typeface="Oswald"/>
                <a:sym typeface="Oswald"/>
              </a:defRPr>
            </a:lvl4pPr>
            <a:lvl5pPr indent="-317500" lvl="4" marL="2286000" marR="0" rtl="0" algn="l">
              <a:lnSpc>
                <a:spcPct val="115000"/>
              </a:lnSpc>
              <a:spcBef>
                <a:spcPts val="1600"/>
              </a:spcBef>
              <a:spcAft>
                <a:spcPts val="0"/>
              </a:spcAft>
              <a:buClr>
                <a:srgbClr val="000000"/>
              </a:buClr>
              <a:buSzPts val="1400"/>
              <a:buFont typeface="Oswald"/>
              <a:buChar char="○"/>
              <a:defRPr b="0" i="0" sz="1400" u="none" cap="none" strike="noStrike">
                <a:solidFill>
                  <a:srgbClr val="000000"/>
                </a:solidFill>
                <a:latin typeface="Oswald"/>
                <a:ea typeface="Oswald"/>
                <a:cs typeface="Oswald"/>
                <a:sym typeface="Oswald"/>
              </a:defRPr>
            </a:lvl5pPr>
            <a:lvl6pPr indent="-317500" lvl="5" marL="2743200" marR="0" rtl="0" algn="l">
              <a:lnSpc>
                <a:spcPct val="115000"/>
              </a:lnSpc>
              <a:spcBef>
                <a:spcPts val="1600"/>
              </a:spcBef>
              <a:spcAft>
                <a:spcPts val="0"/>
              </a:spcAft>
              <a:buClr>
                <a:srgbClr val="000000"/>
              </a:buClr>
              <a:buSzPts val="1400"/>
              <a:buFont typeface="Oswald"/>
              <a:buChar char="■"/>
              <a:defRPr b="0" i="0" sz="1400" u="none" cap="none" strike="noStrike">
                <a:solidFill>
                  <a:srgbClr val="000000"/>
                </a:solidFill>
                <a:latin typeface="Oswald"/>
                <a:ea typeface="Oswald"/>
                <a:cs typeface="Oswald"/>
                <a:sym typeface="Oswald"/>
              </a:defRPr>
            </a:lvl6pPr>
            <a:lvl7pPr indent="-317500" lvl="6" marL="3200400" marR="0" rtl="0" algn="l">
              <a:lnSpc>
                <a:spcPct val="115000"/>
              </a:lnSpc>
              <a:spcBef>
                <a:spcPts val="1600"/>
              </a:spcBef>
              <a:spcAft>
                <a:spcPts val="0"/>
              </a:spcAft>
              <a:buClr>
                <a:srgbClr val="000000"/>
              </a:buClr>
              <a:buSzPts val="1400"/>
              <a:buFont typeface="Oswald"/>
              <a:buChar char="●"/>
              <a:defRPr b="0" i="0" sz="1400" u="none" cap="none" strike="noStrike">
                <a:solidFill>
                  <a:srgbClr val="000000"/>
                </a:solidFill>
                <a:latin typeface="Oswald"/>
                <a:ea typeface="Oswald"/>
                <a:cs typeface="Oswald"/>
                <a:sym typeface="Oswald"/>
              </a:defRPr>
            </a:lvl7pPr>
            <a:lvl8pPr indent="-317500" lvl="7" marL="3657600" marR="0" rtl="0" algn="l">
              <a:lnSpc>
                <a:spcPct val="115000"/>
              </a:lnSpc>
              <a:spcBef>
                <a:spcPts val="1600"/>
              </a:spcBef>
              <a:spcAft>
                <a:spcPts val="0"/>
              </a:spcAft>
              <a:buClr>
                <a:srgbClr val="000000"/>
              </a:buClr>
              <a:buSzPts val="1400"/>
              <a:buFont typeface="Oswald"/>
              <a:buChar char="○"/>
              <a:defRPr b="0" i="0" sz="1400" u="none" cap="none" strike="noStrike">
                <a:solidFill>
                  <a:srgbClr val="000000"/>
                </a:solidFill>
                <a:latin typeface="Oswald"/>
                <a:ea typeface="Oswald"/>
                <a:cs typeface="Oswald"/>
                <a:sym typeface="Oswald"/>
              </a:defRPr>
            </a:lvl8pPr>
            <a:lvl9pPr indent="-317500" lvl="8" marL="4114800" marR="0" rtl="0" algn="l">
              <a:lnSpc>
                <a:spcPct val="115000"/>
              </a:lnSpc>
              <a:spcBef>
                <a:spcPts val="1600"/>
              </a:spcBef>
              <a:spcAft>
                <a:spcPts val="1600"/>
              </a:spcAft>
              <a:buClr>
                <a:srgbClr val="000000"/>
              </a:buClr>
              <a:buSzPts val="1400"/>
              <a:buFont typeface="Oswald"/>
              <a:buChar char="■"/>
              <a:defRPr b="0" i="0" sz="1400" u="none" cap="none" strike="noStrike">
                <a:solidFill>
                  <a:srgbClr val="000000"/>
                </a:solidFill>
                <a:latin typeface="Oswald"/>
                <a:ea typeface="Oswald"/>
                <a:cs typeface="Oswald"/>
                <a:sym typeface="Oswald"/>
              </a:defRPr>
            </a:lvl9pPr>
          </a:lstStyle>
          <a:p/>
        </p:txBody>
      </p:sp>
      <p:sp>
        <p:nvSpPr>
          <p:cNvPr id="8" name="Google Shape;8;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5"/>
          <p:cNvSpPr txBox="1"/>
          <p:nvPr/>
        </p:nvSpPr>
        <p:spPr>
          <a:xfrm>
            <a:off x="311700" y="4764475"/>
            <a:ext cx="826500" cy="309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Oswald"/>
                <a:ea typeface="Oswald"/>
                <a:cs typeface="Oswald"/>
                <a:sym typeface="Oswald"/>
              </a:rPr>
              <a:t>BD-2019</a:t>
            </a:r>
            <a:endParaRPr b="1" i="0" sz="1400" u="none" cap="none" strike="noStrike">
              <a:solidFill>
                <a:srgbClr val="000000"/>
              </a:solidFill>
              <a:latin typeface="Oswald"/>
              <a:ea typeface="Oswald"/>
              <a:cs typeface="Oswald"/>
              <a:sym typeface="Oswa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mc:Choice Requires="p14">
      <p:transition spd="slow" p14:dur="1000">
        <p14:prism dir="l"/>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5" name="Shape 55"/>
        <p:cNvGrpSpPr/>
        <p:nvPr/>
      </p:nvGrpSpPr>
      <p:grpSpPr>
        <a:xfrm>
          <a:off x="0" y="0"/>
          <a:ext cx="0" cy="0"/>
          <a:chOff x="0" y="0"/>
          <a:chExt cx="0" cy="0"/>
        </a:xfrm>
      </p:grpSpPr>
      <p:sp>
        <p:nvSpPr>
          <p:cNvPr id="56" name="Google Shape;56;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7" name="Google Shape;57;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8" name="Google Shape;58;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www.youtube.com/watch?v=W2Z7fbCLSTw" TargetMode="External"/><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en.wikipedia.org/wiki/Edgar_F._Codd"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www.thomascerqueus.fr/json-fields-relational-databases-postgresq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BASE DE DATOS Y DBMS</a:t>
            </a:r>
            <a:endParaRPr/>
          </a:p>
        </p:txBody>
      </p:sp>
      <p:sp>
        <p:nvSpPr>
          <p:cNvPr id="105" name="Google Shape;105;p1"/>
          <p:cNvSpPr txBox="1"/>
          <p:nvPr>
            <p:ph idx="1" type="body"/>
          </p:nvPr>
        </p:nvSpPr>
        <p:spPr>
          <a:xfrm>
            <a:off x="311700" y="863550"/>
            <a:ext cx="8520600" cy="3750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i="1" lang="en">
                <a:solidFill>
                  <a:srgbClr val="6AA84F"/>
                </a:solidFill>
              </a:rPr>
              <a:t>“Una </a:t>
            </a:r>
            <a:r>
              <a:rPr b="1" i="1" lang="en">
                <a:solidFill>
                  <a:srgbClr val="CC0000"/>
                </a:solidFill>
              </a:rPr>
              <a:t>base de datos</a:t>
            </a:r>
            <a:r>
              <a:rPr b="1" i="1" lang="en">
                <a:solidFill>
                  <a:srgbClr val="6AA84F"/>
                </a:solidFill>
              </a:rPr>
              <a:t> es una colección de datos organizados relevantes a un dominio que son administrados y consultados mediante un sistema de administración de base de datos (DBMS).”</a:t>
            </a:r>
            <a:endParaRPr/>
          </a:p>
          <a:p>
            <a:pPr indent="0" lvl="0" marL="0" rtl="0" algn="l">
              <a:lnSpc>
                <a:spcPct val="115000"/>
              </a:lnSpc>
              <a:spcBef>
                <a:spcPts val="1600"/>
              </a:spcBef>
              <a:spcAft>
                <a:spcPts val="0"/>
              </a:spcAft>
              <a:buSzPts val="1800"/>
              <a:buNone/>
            </a:pPr>
            <a:r>
              <a:rPr b="1" i="1" lang="en">
                <a:solidFill>
                  <a:srgbClr val="6AA84F"/>
                </a:solidFill>
              </a:rPr>
              <a:t>“ Un </a:t>
            </a:r>
            <a:r>
              <a:rPr b="1" i="1" lang="en">
                <a:solidFill>
                  <a:srgbClr val="CC0000"/>
                </a:solidFill>
              </a:rPr>
              <a:t>Database Management System (DBMS)</a:t>
            </a:r>
            <a:r>
              <a:rPr b="1" i="1" lang="en">
                <a:solidFill>
                  <a:srgbClr val="6AA84F"/>
                </a:solidFill>
              </a:rPr>
              <a:t> es un sistema que permite la gestión y consulta de base de datos.”</a:t>
            </a:r>
            <a:endParaRPr b="1" i="1">
              <a:solidFill>
                <a:srgbClr val="6AA84F"/>
              </a:solidFill>
            </a:endParaRPr>
          </a:p>
          <a:p>
            <a:pPr indent="-342900" lvl="0" marL="457200" rtl="0" algn="l">
              <a:lnSpc>
                <a:spcPct val="115000"/>
              </a:lnSpc>
              <a:spcBef>
                <a:spcPts val="1600"/>
              </a:spcBef>
              <a:spcAft>
                <a:spcPts val="0"/>
              </a:spcAft>
              <a:buClr>
                <a:srgbClr val="F1C232"/>
              </a:buClr>
              <a:buSzPts val="1800"/>
              <a:buChar char="-"/>
            </a:pPr>
            <a:r>
              <a:rPr lang="en">
                <a:solidFill>
                  <a:schemeClr val="dk1"/>
                </a:solidFill>
              </a:rPr>
              <a:t>Gestion: </a:t>
            </a:r>
            <a:endParaRPr>
              <a:solidFill>
                <a:schemeClr val="dk1"/>
              </a:solidFill>
            </a:endParaRPr>
          </a:p>
          <a:p>
            <a:pPr indent="-317500" lvl="1" marL="914400" rtl="0" algn="l">
              <a:lnSpc>
                <a:spcPct val="115000"/>
              </a:lnSpc>
              <a:spcBef>
                <a:spcPts val="0"/>
              </a:spcBef>
              <a:spcAft>
                <a:spcPts val="0"/>
              </a:spcAft>
              <a:buClr>
                <a:srgbClr val="F1C232"/>
              </a:buClr>
              <a:buSzPts val="1400"/>
              <a:buChar char="-"/>
            </a:pPr>
            <a:r>
              <a:rPr lang="en">
                <a:solidFill>
                  <a:schemeClr val="dk1"/>
                </a:solidFill>
              </a:rPr>
              <a:t>Definición de esquema. </a:t>
            </a:r>
            <a:endParaRPr>
              <a:solidFill>
                <a:schemeClr val="dk1"/>
              </a:solidFill>
            </a:endParaRPr>
          </a:p>
          <a:p>
            <a:pPr indent="-317500" lvl="1" marL="914400" rtl="0" algn="l">
              <a:lnSpc>
                <a:spcPct val="115000"/>
              </a:lnSpc>
              <a:spcBef>
                <a:spcPts val="0"/>
              </a:spcBef>
              <a:spcAft>
                <a:spcPts val="0"/>
              </a:spcAft>
              <a:buClr>
                <a:srgbClr val="F1C232"/>
              </a:buClr>
              <a:buSzPts val="1400"/>
              <a:buChar char="-"/>
            </a:pPr>
            <a:r>
              <a:rPr lang="en">
                <a:solidFill>
                  <a:schemeClr val="dk1"/>
                </a:solidFill>
              </a:rPr>
              <a:t>Creación de datos. </a:t>
            </a:r>
            <a:endParaRPr>
              <a:solidFill>
                <a:schemeClr val="dk1"/>
              </a:solidFill>
            </a:endParaRPr>
          </a:p>
          <a:p>
            <a:pPr indent="-317500" lvl="1" marL="914400" rtl="0" algn="l">
              <a:lnSpc>
                <a:spcPct val="115000"/>
              </a:lnSpc>
              <a:spcBef>
                <a:spcPts val="0"/>
              </a:spcBef>
              <a:spcAft>
                <a:spcPts val="0"/>
              </a:spcAft>
              <a:buClr>
                <a:srgbClr val="F1C232"/>
              </a:buClr>
              <a:buSzPts val="1400"/>
              <a:buChar char="-"/>
            </a:pPr>
            <a:r>
              <a:rPr lang="en">
                <a:solidFill>
                  <a:schemeClr val="dk1"/>
                </a:solidFill>
              </a:rPr>
              <a:t>Creación de relaciones, actualización de datos, seguridad, etc.</a:t>
            </a:r>
            <a:endParaRPr>
              <a:solidFill>
                <a:schemeClr val="dk1"/>
              </a:solidFill>
            </a:endParaRPr>
          </a:p>
          <a:p>
            <a:pPr indent="-342900" lvl="0" marL="457200" rtl="0" algn="l">
              <a:lnSpc>
                <a:spcPct val="115000"/>
              </a:lnSpc>
              <a:spcBef>
                <a:spcPts val="0"/>
              </a:spcBef>
              <a:spcAft>
                <a:spcPts val="0"/>
              </a:spcAft>
              <a:buClr>
                <a:srgbClr val="F1C232"/>
              </a:buClr>
              <a:buSzPts val="1800"/>
              <a:buChar char="-"/>
            </a:pPr>
            <a:r>
              <a:rPr lang="en">
                <a:solidFill>
                  <a:schemeClr val="dk1"/>
                </a:solidFill>
              </a:rPr>
              <a:t>Consulta:</a:t>
            </a:r>
            <a:endParaRPr>
              <a:solidFill>
                <a:schemeClr val="dk1"/>
              </a:solidFill>
            </a:endParaRPr>
          </a:p>
          <a:p>
            <a:pPr indent="-317500" lvl="1" marL="914400" rtl="0" algn="l">
              <a:lnSpc>
                <a:spcPct val="115000"/>
              </a:lnSpc>
              <a:spcBef>
                <a:spcPts val="0"/>
              </a:spcBef>
              <a:spcAft>
                <a:spcPts val="0"/>
              </a:spcAft>
              <a:buClr>
                <a:srgbClr val="F1C232"/>
              </a:buClr>
              <a:buSzPts val="1400"/>
              <a:buChar char="-"/>
            </a:pPr>
            <a:r>
              <a:rPr lang="en">
                <a:solidFill>
                  <a:schemeClr val="dk1"/>
                </a:solidFill>
              </a:rPr>
              <a:t>Responder preguntas sobre los datos.</a:t>
            </a:r>
            <a:endParaRPr>
              <a:solidFill>
                <a:schemeClr val="dk1"/>
              </a:solidFill>
            </a:endParaRPr>
          </a:p>
          <a:p>
            <a:pPr indent="-317500" lvl="1" marL="914400" rtl="0" algn="l">
              <a:lnSpc>
                <a:spcPct val="115000"/>
              </a:lnSpc>
              <a:spcBef>
                <a:spcPts val="0"/>
              </a:spcBef>
              <a:spcAft>
                <a:spcPts val="0"/>
              </a:spcAft>
              <a:buClr>
                <a:srgbClr val="F1C232"/>
              </a:buClr>
              <a:buSzPts val="1400"/>
              <a:buChar char="-"/>
            </a:pPr>
            <a:r>
              <a:rPr lang="en">
                <a:solidFill>
                  <a:schemeClr val="dk1"/>
                </a:solidFill>
              </a:rPr>
              <a:t>Realizar análisis con los datos.</a:t>
            </a:r>
            <a:endParaRPr/>
          </a:p>
        </p:txBody>
      </p:sp>
      <p:sp>
        <p:nvSpPr>
          <p:cNvPr id="106" name="Google Shape;106;p1"/>
          <p:cNvSpPr txBox="1"/>
          <p:nvPr/>
        </p:nvSpPr>
        <p:spPr>
          <a:xfrm>
            <a:off x="280950" y="4725675"/>
            <a:ext cx="951000" cy="3675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rgbClr val="000000"/>
              </a:solidFill>
              <a:latin typeface="Calibri"/>
              <a:ea typeface="Calibri"/>
              <a:cs typeface="Calibri"/>
              <a:sym typeface="Calibri"/>
            </a:endParaRPr>
          </a:p>
        </p:txBody>
      </p:sp>
    </p:spTree>
  </p:cSld>
  <p:clrMapOvr>
    <a:masterClrMapping/>
  </p:clrMapOvr>
  <mc:AlternateContent>
    <mc:Choice Requires="p14">
      <p:transition spd="slow" p14:dur="1000">
        <p:push/>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0" st="0"/>
                                            </p:txEl>
                                          </p:spTgt>
                                        </p:tgtEl>
                                        <p:attrNameLst>
                                          <p:attrName>style.visibility</p:attrName>
                                        </p:attrNameLst>
                                      </p:cBhvr>
                                      <p:to>
                                        <p:strVal val="visible"/>
                                      </p:to>
                                    </p:set>
                                    <p:animEffect filter="fade" transition="in">
                                      <p:cBhvr>
                                        <p:cTn dur="1000"/>
                                        <p:tgtEl>
                                          <p:spTgt spid="10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1" st="1"/>
                                            </p:txEl>
                                          </p:spTgt>
                                        </p:tgtEl>
                                        <p:attrNameLst>
                                          <p:attrName>style.visibility</p:attrName>
                                        </p:attrNameLst>
                                      </p:cBhvr>
                                      <p:to>
                                        <p:strVal val="visible"/>
                                      </p:to>
                                    </p:set>
                                    <p:animEffect filter="fade" transition="in">
                                      <p:cBhvr>
                                        <p:cTn dur="1000"/>
                                        <p:tgtEl>
                                          <p:spTgt spid="10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2" st="2"/>
                                            </p:txEl>
                                          </p:spTgt>
                                        </p:tgtEl>
                                        <p:attrNameLst>
                                          <p:attrName>style.visibility</p:attrName>
                                        </p:attrNameLst>
                                      </p:cBhvr>
                                      <p:to>
                                        <p:strVal val="visible"/>
                                      </p:to>
                                    </p:set>
                                    <p:animEffect filter="fade" transition="in">
                                      <p:cBhvr>
                                        <p:cTn dur="1000"/>
                                        <p:tgtEl>
                                          <p:spTgt spid="10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3" st="3"/>
                                            </p:txEl>
                                          </p:spTgt>
                                        </p:tgtEl>
                                        <p:attrNameLst>
                                          <p:attrName>style.visibility</p:attrName>
                                        </p:attrNameLst>
                                      </p:cBhvr>
                                      <p:to>
                                        <p:strVal val="visible"/>
                                      </p:to>
                                    </p:set>
                                    <p:animEffect filter="fade" transition="in">
                                      <p:cBhvr>
                                        <p:cTn dur="1000"/>
                                        <p:tgtEl>
                                          <p:spTgt spid="10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4" st="4"/>
                                            </p:txEl>
                                          </p:spTgt>
                                        </p:tgtEl>
                                        <p:attrNameLst>
                                          <p:attrName>style.visibility</p:attrName>
                                        </p:attrNameLst>
                                      </p:cBhvr>
                                      <p:to>
                                        <p:strVal val="visible"/>
                                      </p:to>
                                    </p:set>
                                    <p:animEffect filter="fade" transition="in">
                                      <p:cBhvr>
                                        <p:cTn dur="1000"/>
                                        <p:tgtEl>
                                          <p:spTgt spid="10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5" st="5"/>
                                            </p:txEl>
                                          </p:spTgt>
                                        </p:tgtEl>
                                        <p:attrNameLst>
                                          <p:attrName>style.visibility</p:attrName>
                                        </p:attrNameLst>
                                      </p:cBhvr>
                                      <p:to>
                                        <p:strVal val="visible"/>
                                      </p:to>
                                    </p:set>
                                    <p:animEffect filter="fade" transition="in">
                                      <p:cBhvr>
                                        <p:cTn dur="1000"/>
                                        <p:tgtEl>
                                          <p:spTgt spid="10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6" st="6"/>
                                            </p:txEl>
                                          </p:spTgt>
                                        </p:tgtEl>
                                        <p:attrNameLst>
                                          <p:attrName>style.visibility</p:attrName>
                                        </p:attrNameLst>
                                      </p:cBhvr>
                                      <p:to>
                                        <p:strVal val="visible"/>
                                      </p:to>
                                    </p:set>
                                    <p:animEffect filter="fade" transition="in">
                                      <p:cBhvr>
                                        <p:cTn dur="1000"/>
                                        <p:tgtEl>
                                          <p:spTgt spid="10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7" st="7"/>
                                            </p:txEl>
                                          </p:spTgt>
                                        </p:tgtEl>
                                        <p:attrNameLst>
                                          <p:attrName>style.visibility</p:attrName>
                                        </p:attrNameLst>
                                      </p:cBhvr>
                                      <p:to>
                                        <p:strVal val="visible"/>
                                      </p:to>
                                    </p:set>
                                    <p:animEffect filter="fade" transition="in">
                                      <p:cBhvr>
                                        <p:cTn dur="1000"/>
                                        <p:tgtEl>
                                          <p:spTgt spid="10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8" st="8"/>
                                            </p:txEl>
                                          </p:spTgt>
                                        </p:tgtEl>
                                        <p:attrNameLst>
                                          <p:attrName>style.visibility</p:attrName>
                                        </p:attrNameLst>
                                      </p:cBhvr>
                                      <p:to>
                                        <p:strVal val="visible"/>
                                      </p:to>
                                    </p:set>
                                    <p:animEffect filter="fade" transition="in">
                                      <p:cBhvr>
                                        <p:cTn dur="1000"/>
                                        <p:tgtEl>
                                          <p:spTgt spid="105">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MODELO DE DATOS</a:t>
            </a:r>
            <a:endParaRPr/>
          </a:p>
        </p:txBody>
      </p:sp>
      <p:sp>
        <p:nvSpPr>
          <p:cNvPr id="112" name="Google Shape;112;p2"/>
          <p:cNvSpPr txBox="1"/>
          <p:nvPr>
            <p:ph idx="1" type="body"/>
          </p:nvPr>
        </p:nvSpPr>
        <p:spPr>
          <a:xfrm>
            <a:off x="311700" y="863550"/>
            <a:ext cx="8520600" cy="395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i="1" lang="en">
                <a:solidFill>
                  <a:srgbClr val="6AA84F"/>
                </a:solidFill>
              </a:rPr>
              <a:t>“Un </a:t>
            </a:r>
            <a:r>
              <a:rPr b="1" i="1" lang="en">
                <a:solidFill>
                  <a:srgbClr val="CC0000"/>
                </a:solidFill>
              </a:rPr>
              <a:t>modelo de datos</a:t>
            </a:r>
            <a:r>
              <a:rPr b="1" i="1" lang="en">
                <a:solidFill>
                  <a:srgbClr val="6AA84F"/>
                </a:solidFill>
              </a:rPr>
              <a:t> es una colección de herramientas conceptuales para describir los datos, las relaciones entre ellos, su semántica y las restricciones de consistencia.”</a:t>
            </a:r>
            <a:endParaRPr b="1" i="1">
              <a:solidFill>
                <a:srgbClr val="6AA84F"/>
              </a:solidFill>
            </a:endParaRPr>
          </a:p>
          <a:p>
            <a:pPr indent="-342900" lvl="0" marL="457200" rtl="0" algn="l">
              <a:lnSpc>
                <a:spcPct val="115000"/>
              </a:lnSpc>
              <a:spcBef>
                <a:spcPts val="1600"/>
              </a:spcBef>
              <a:spcAft>
                <a:spcPts val="0"/>
              </a:spcAft>
              <a:buSzPts val="1800"/>
              <a:buChar char="-"/>
            </a:pPr>
            <a:r>
              <a:rPr lang="en"/>
              <a:t>Define la estructura lógica de la base de datos.</a:t>
            </a:r>
            <a:endParaRPr/>
          </a:p>
          <a:p>
            <a:pPr indent="-342900" lvl="0" marL="457200" rtl="0" algn="l">
              <a:lnSpc>
                <a:spcPct val="115000"/>
              </a:lnSpc>
              <a:spcBef>
                <a:spcPts val="1000"/>
              </a:spcBef>
              <a:spcAft>
                <a:spcPts val="0"/>
              </a:spcAft>
              <a:buSzPts val="1800"/>
              <a:buChar char="-"/>
            </a:pPr>
            <a:r>
              <a:rPr lang="en"/>
              <a:t>Impacta en la forma en que los datos son almacenados y manipulados.</a:t>
            </a:r>
            <a:endParaRPr/>
          </a:p>
          <a:p>
            <a:pPr indent="-342900" lvl="0" marL="457200" rtl="0" algn="l">
              <a:lnSpc>
                <a:spcPct val="115000"/>
              </a:lnSpc>
              <a:spcBef>
                <a:spcPts val="1600"/>
              </a:spcBef>
              <a:spcAft>
                <a:spcPts val="0"/>
              </a:spcAft>
              <a:buSzPts val="1800"/>
              <a:buChar char="-"/>
            </a:pPr>
            <a:r>
              <a:rPr lang="en"/>
              <a:t>Existen diferentes modelos de datos:</a:t>
            </a:r>
            <a:endParaRPr/>
          </a:p>
          <a:p>
            <a:pPr indent="-317500" lvl="1" marL="914400" rtl="0" algn="l">
              <a:lnSpc>
                <a:spcPct val="115000"/>
              </a:lnSpc>
              <a:spcBef>
                <a:spcPts val="0"/>
              </a:spcBef>
              <a:spcAft>
                <a:spcPts val="0"/>
              </a:spcAft>
              <a:buSzPts val="1400"/>
              <a:buChar char="-"/>
            </a:pPr>
            <a:r>
              <a:rPr b="1" lang="en"/>
              <a:t>Modelo Relacional (SQL)</a:t>
            </a:r>
            <a:endParaRPr b="1"/>
          </a:p>
          <a:p>
            <a:pPr indent="-317500" lvl="1" marL="914400" rtl="0" algn="l">
              <a:lnSpc>
                <a:spcPct val="115000"/>
              </a:lnSpc>
              <a:spcBef>
                <a:spcPts val="0"/>
              </a:spcBef>
              <a:spcAft>
                <a:spcPts val="0"/>
              </a:spcAft>
              <a:buSzPts val="1400"/>
              <a:buChar char="-"/>
            </a:pPr>
            <a:r>
              <a:rPr b="1" lang="en"/>
              <a:t>Modelos No relacionales (NoSQL):</a:t>
            </a:r>
            <a:endParaRPr b="1"/>
          </a:p>
          <a:p>
            <a:pPr indent="-317500" lvl="2" marL="1371600" rtl="0" algn="l">
              <a:lnSpc>
                <a:spcPct val="115000"/>
              </a:lnSpc>
              <a:spcBef>
                <a:spcPts val="0"/>
              </a:spcBef>
              <a:spcAft>
                <a:spcPts val="0"/>
              </a:spcAft>
              <a:buSzPts val="1400"/>
              <a:buChar char="-"/>
            </a:pPr>
            <a:r>
              <a:rPr lang="en">
                <a:solidFill>
                  <a:schemeClr val="dk1"/>
                </a:solidFill>
              </a:rPr>
              <a:t>Modelo de Objetos  (Realm DB)</a:t>
            </a:r>
            <a:endParaRPr/>
          </a:p>
          <a:p>
            <a:pPr indent="-317500" lvl="2" marL="1371600" rtl="0" algn="l">
              <a:lnSpc>
                <a:spcPct val="115000"/>
              </a:lnSpc>
              <a:spcBef>
                <a:spcPts val="0"/>
              </a:spcBef>
              <a:spcAft>
                <a:spcPts val="0"/>
              </a:spcAft>
              <a:buSzPts val="1400"/>
              <a:buChar char="-"/>
            </a:pPr>
            <a:r>
              <a:rPr lang="en"/>
              <a:t>Modelo de Documentos (MongoDB)</a:t>
            </a:r>
            <a:endParaRPr/>
          </a:p>
          <a:p>
            <a:pPr indent="-317500" lvl="2" marL="1371600" rtl="0" algn="l">
              <a:lnSpc>
                <a:spcPct val="115000"/>
              </a:lnSpc>
              <a:spcBef>
                <a:spcPts val="0"/>
              </a:spcBef>
              <a:spcAft>
                <a:spcPts val="0"/>
              </a:spcAft>
              <a:buSzPts val="1400"/>
              <a:buChar char="-"/>
            </a:pPr>
            <a:r>
              <a:rPr lang="en">
                <a:solidFill>
                  <a:schemeClr val="dk1"/>
                </a:solidFill>
              </a:rPr>
              <a:t>Modelos de Grafos (Neo4J)</a:t>
            </a:r>
            <a:endParaRPr>
              <a:solidFill>
                <a:schemeClr val="dk1"/>
              </a:solidFill>
            </a:endParaRPr>
          </a:p>
          <a:p>
            <a:pPr indent="-317500" lvl="2" marL="1371600" rtl="0" algn="l">
              <a:lnSpc>
                <a:spcPct val="115000"/>
              </a:lnSpc>
              <a:spcBef>
                <a:spcPts val="0"/>
              </a:spcBef>
              <a:spcAft>
                <a:spcPts val="0"/>
              </a:spcAft>
              <a:buSzPts val="1400"/>
              <a:buChar char="-"/>
            </a:pPr>
            <a:r>
              <a:rPr lang="en">
                <a:solidFill>
                  <a:schemeClr val="dk1"/>
                </a:solidFill>
              </a:rPr>
              <a:t>Modelos de Llave-Valor (Redis)</a:t>
            </a:r>
            <a:endParaRPr>
              <a:solidFill>
                <a:schemeClr val="dk1"/>
              </a:solidFill>
            </a:endParaRPr>
          </a:p>
          <a:p>
            <a:pPr indent="-317500" lvl="2" marL="1371600" rtl="0" algn="l">
              <a:lnSpc>
                <a:spcPct val="115000"/>
              </a:lnSpc>
              <a:spcBef>
                <a:spcPts val="0"/>
              </a:spcBef>
              <a:spcAft>
                <a:spcPts val="0"/>
              </a:spcAft>
              <a:buSzPts val="1400"/>
              <a:buChar char="-"/>
            </a:pPr>
            <a:r>
              <a:rPr lang="en">
                <a:solidFill>
                  <a:schemeClr val="dk1"/>
                </a:solidFill>
              </a:rPr>
              <a:t>Modelos Columnares (SciDB)</a:t>
            </a:r>
            <a:endParaRPr>
              <a:solidFill>
                <a:schemeClr val="dk1"/>
              </a:solidFill>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0"/>
              </a:spcAft>
              <a:buClr>
                <a:schemeClr val="dk1"/>
              </a:buClr>
              <a:buSzPts val="1100"/>
              <a:buFont typeface="Arial"/>
              <a:buNone/>
            </a:pPr>
            <a:r>
              <a:t/>
            </a:r>
            <a:endParaRPr/>
          </a:p>
          <a:p>
            <a:pPr indent="0" lvl="0" marL="0" rtl="0" algn="l">
              <a:lnSpc>
                <a:spcPct val="115000"/>
              </a:lnSpc>
              <a:spcBef>
                <a:spcPts val="1600"/>
              </a:spcBef>
              <a:spcAft>
                <a:spcPts val="1600"/>
              </a:spcAft>
              <a:buSzPts val="1800"/>
              <a:buNone/>
            </a:pPr>
            <a:r>
              <a:t/>
            </a:r>
            <a:endParaRPr/>
          </a:p>
        </p:txBody>
      </p:sp>
      <p:sp>
        <p:nvSpPr>
          <p:cNvPr id="113" name="Google Shape;113;p2"/>
          <p:cNvSpPr txBox="1"/>
          <p:nvPr/>
        </p:nvSpPr>
        <p:spPr>
          <a:xfrm>
            <a:off x="280950" y="4725675"/>
            <a:ext cx="951000" cy="3675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xEl>
                                              <p:pRg end="0" st="0"/>
                                            </p:txEl>
                                          </p:spTgt>
                                        </p:tgtEl>
                                        <p:attrNameLst>
                                          <p:attrName>style.visibility</p:attrName>
                                        </p:attrNameLst>
                                      </p:cBhvr>
                                      <p:to>
                                        <p:strVal val="visible"/>
                                      </p:to>
                                    </p:set>
                                    <p:animEffect filter="fade" transition="in">
                                      <p:cBhvr>
                                        <p:cTn dur="1000"/>
                                        <p:tgtEl>
                                          <p:spTgt spid="11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xEl>
                                              <p:pRg end="1" st="1"/>
                                            </p:txEl>
                                          </p:spTgt>
                                        </p:tgtEl>
                                        <p:attrNameLst>
                                          <p:attrName>style.visibility</p:attrName>
                                        </p:attrNameLst>
                                      </p:cBhvr>
                                      <p:to>
                                        <p:strVal val="visible"/>
                                      </p:to>
                                    </p:set>
                                    <p:animEffect filter="fade" transition="in">
                                      <p:cBhvr>
                                        <p:cTn dur="1000"/>
                                        <p:tgtEl>
                                          <p:spTgt spid="11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xEl>
                                              <p:pRg end="2" st="2"/>
                                            </p:txEl>
                                          </p:spTgt>
                                        </p:tgtEl>
                                        <p:attrNameLst>
                                          <p:attrName>style.visibility</p:attrName>
                                        </p:attrNameLst>
                                      </p:cBhvr>
                                      <p:to>
                                        <p:strVal val="visible"/>
                                      </p:to>
                                    </p:set>
                                    <p:animEffect filter="fade" transition="in">
                                      <p:cBhvr>
                                        <p:cTn dur="1000"/>
                                        <p:tgtEl>
                                          <p:spTgt spid="11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xEl>
                                              <p:pRg end="3" st="3"/>
                                            </p:txEl>
                                          </p:spTgt>
                                        </p:tgtEl>
                                        <p:attrNameLst>
                                          <p:attrName>style.visibility</p:attrName>
                                        </p:attrNameLst>
                                      </p:cBhvr>
                                      <p:to>
                                        <p:strVal val="visible"/>
                                      </p:to>
                                    </p:set>
                                    <p:animEffect filter="fade" transition="in">
                                      <p:cBhvr>
                                        <p:cTn dur="1000"/>
                                        <p:tgtEl>
                                          <p:spTgt spid="11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xEl>
                                              <p:pRg end="4" st="4"/>
                                            </p:txEl>
                                          </p:spTgt>
                                        </p:tgtEl>
                                        <p:attrNameLst>
                                          <p:attrName>style.visibility</p:attrName>
                                        </p:attrNameLst>
                                      </p:cBhvr>
                                      <p:to>
                                        <p:strVal val="visible"/>
                                      </p:to>
                                    </p:set>
                                    <p:animEffect filter="fade" transition="in">
                                      <p:cBhvr>
                                        <p:cTn dur="1000"/>
                                        <p:tgtEl>
                                          <p:spTgt spid="11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xEl>
                                              <p:pRg end="5" st="5"/>
                                            </p:txEl>
                                          </p:spTgt>
                                        </p:tgtEl>
                                        <p:attrNameLst>
                                          <p:attrName>style.visibility</p:attrName>
                                        </p:attrNameLst>
                                      </p:cBhvr>
                                      <p:to>
                                        <p:strVal val="visible"/>
                                      </p:to>
                                    </p:set>
                                    <p:animEffect filter="fade" transition="in">
                                      <p:cBhvr>
                                        <p:cTn dur="1000"/>
                                        <p:tgtEl>
                                          <p:spTgt spid="11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xEl>
                                              <p:pRg end="6" st="6"/>
                                            </p:txEl>
                                          </p:spTgt>
                                        </p:tgtEl>
                                        <p:attrNameLst>
                                          <p:attrName>style.visibility</p:attrName>
                                        </p:attrNameLst>
                                      </p:cBhvr>
                                      <p:to>
                                        <p:strVal val="visible"/>
                                      </p:to>
                                    </p:set>
                                    <p:animEffect filter="fade" transition="in">
                                      <p:cBhvr>
                                        <p:cTn dur="1000"/>
                                        <p:tgtEl>
                                          <p:spTgt spid="11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xEl>
                                              <p:pRg end="7" st="7"/>
                                            </p:txEl>
                                          </p:spTgt>
                                        </p:tgtEl>
                                        <p:attrNameLst>
                                          <p:attrName>style.visibility</p:attrName>
                                        </p:attrNameLst>
                                      </p:cBhvr>
                                      <p:to>
                                        <p:strVal val="visible"/>
                                      </p:to>
                                    </p:set>
                                    <p:animEffect filter="fade" transition="in">
                                      <p:cBhvr>
                                        <p:cTn dur="1000"/>
                                        <p:tgtEl>
                                          <p:spTgt spid="11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xEl>
                                              <p:pRg end="8" st="8"/>
                                            </p:txEl>
                                          </p:spTgt>
                                        </p:tgtEl>
                                        <p:attrNameLst>
                                          <p:attrName>style.visibility</p:attrName>
                                        </p:attrNameLst>
                                      </p:cBhvr>
                                      <p:to>
                                        <p:strVal val="visible"/>
                                      </p:to>
                                    </p:set>
                                    <p:animEffect filter="fade" transition="in">
                                      <p:cBhvr>
                                        <p:cTn dur="1000"/>
                                        <p:tgtEl>
                                          <p:spTgt spid="11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xEl>
                                              <p:pRg end="9" st="9"/>
                                            </p:txEl>
                                          </p:spTgt>
                                        </p:tgtEl>
                                        <p:attrNameLst>
                                          <p:attrName>style.visibility</p:attrName>
                                        </p:attrNameLst>
                                      </p:cBhvr>
                                      <p:to>
                                        <p:strVal val="visible"/>
                                      </p:to>
                                    </p:set>
                                    <p:animEffect filter="fade" transition="in">
                                      <p:cBhvr>
                                        <p:cTn dur="1000"/>
                                        <p:tgtEl>
                                          <p:spTgt spid="11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xEl>
                                              <p:pRg end="10" st="10"/>
                                            </p:txEl>
                                          </p:spTgt>
                                        </p:tgtEl>
                                        <p:attrNameLst>
                                          <p:attrName>style.visibility</p:attrName>
                                        </p:attrNameLst>
                                      </p:cBhvr>
                                      <p:to>
                                        <p:strVal val="visible"/>
                                      </p:to>
                                    </p:set>
                                    <p:animEffect filter="fade" transition="in">
                                      <p:cBhvr>
                                        <p:cTn dur="1000"/>
                                        <p:tgtEl>
                                          <p:spTgt spid="112">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xEl>
                                              <p:pRg end="11" st="11"/>
                                            </p:txEl>
                                          </p:spTgt>
                                        </p:tgtEl>
                                        <p:attrNameLst>
                                          <p:attrName>style.visibility</p:attrName>
                                        </p:attrNameLst>
                                      </p:cBhvr>
                                      <p:to>
                                        <p:strVal val="visible"/>
                                      </p:to>
                                    </p:set>
                                    <p:animEffect filter="fade" transition="in">
                                      <p:cBhvr>
                                        <p:cTn dur="1000"/>
                                        <p:tgtEl>
                                          <p:spTgt spid="112">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xEl>
                                              <p:pRg end="12" st="12"/>
                                            </p:txEl>
                                          </p:spTgt>
                                        </p:tgtEl>
                                        <p:attrNameLst>
                                          <p:attrName>style.visibility</p:attrName>
                                        </p:attrNameLst>
                                      </p:cBhvr>
                                      <p:to>
                                        <p:strVal val="visible"/>
                                      </p:to>
                                    </p:set>
                                    <p:animEffect filter="fade" transition="in">
                                      <p:cBhvr>
                                        <p:cTn dur="1000"/>
                                        <p:tgtEl>
                                          <p:spTgt spid="112">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xEl>
                                              <p:pRg end="13" st="13"/>
                                            </p:txEl>
                                          </p:spTgt>
                                        </p:tgtEl>
                                        <p:attrNameLst>
                                          <p:attrName>style.visibility</p:attrName>
                                        </p:attrNameLst>
                                      </p:cBhvr>
                                      <p:to>
                                        <p:strVal val="visible"/>
                                      </p:to>
                                    </p:set>
                                    <p:animEffect filter="fade" transition="in">
                                      <p:cBhvr>
                                        <p:cTn dur="1000"/>
                                        <p:tgtEl>
                                          <p:spTgt spid="112">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3"/>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p>
            <a:pPr indent="457200" lvl="0" marL="0" rtl="0" algn="l">
              <a:lnSpc>
                <a:spcPct val="100000"/>
              </a:lnSpc>
              <a:spcBef>
                <a:spcPts val="0"/>
              </a:spcBef>
              <a:spcAft>
                <a:spcPts val="0"/>
              </a:spcAft>
              <a:buSzPts val="2800"/>
              <a:buNone/>
            </a:pPr>
            <a:r>
              <a:rPr lang="en"/>
              <a:t>CLASIFICACIÓN DE BASE DE DATOS</a:t>
            </a:r>
            <a:endParaRPr/>
          </a:p>
        </p:txBody>
      </p:sp>
      <p:pic>
        <p:nvPicPr>
          <p:cNvPr id="119" name="Google Shape;119;p3"/>
          <p:cNvPicPr preferRelativeResize="0"/>
          <p:nvPr/>
        </p:nvPicPr>
        <p:blipFill rotWithShape="1">
          <a:blip r:embed="rId3">
            <a:alphaModFix/>
          </a:blip>
          <a:srcRect b="0" l="0" r="0" t="0"/>
          <a:stretch/>
        </p:blipFill>
        <p:spPr>
          <a:xfrm>
            <a:off x="1100371" y="712925"/>
            <a:ext cx="6959379" cy="4060975"/>
          </a:xfrm>
          <a:prstGeom prst="rect">
            <a:avLst/>
          </a:prstGeom>
          <a:noFill/>
          <a:ln>
            <a:noFill/>
          </a:ln>
        </p:spPr>
      </p:pic>
      <p:sp>
        <p:nvSpPr>
          <p:cNvPr id="120" name="Google Shape;120;p3"/>
          <p:cNvSpPr txBox="1"/>
          <p:nvPr/>
        </p:nvSpPr>
        <p:spPr>
          <a:xfrm>
            <a:off x="280950" y="4725675"/>
            <a:ext cx="951000" cy="3675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1000"/>
                                        <p:tgtEl>
                                          <p:spTgt spid="1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4"/>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CLASIFICACIÓN DE BASE DE DATOS</a:t>
            </a:r>
            <a:endParaRPr/>
          </a:p>
        </p:txBody>
      </p:sp>
      <p:sp>
        <p:nvSpPr>
          <p:cNvPr id="126" name="Google Shape;126;p4"/>
          <p:cNvSpPr txBox="1"/>
          <p:nvPr/>
        </p:nvSpPr>
        <p:spPr>
          <a:xfrm>
            <a:off x="280950" y="4725675"/>
            <a:ext cx="951000" cy="3675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rgbClr val="000000"/>
              </a:solidFill>
              <a:latin typeface="Calibri"/>
              <a:ea typeface="Calibri"/>
              <a:cs typeface="Calibri"/>
              <a:sym typeface="Calibri"/>
            </a:endParaRPr>
          </a:p>
        </p:txBody>
      </p:sp>
      <p:pic>
        <p:nvPicPr>
          <p:cNvPr descr="Learn about seven different database paradigms and what they do best. https://fireship.io/lessons/top-seven-database-paradigms/&#10;&#10;00:00 Intro&#10;00:45 Key-value&#10;01:48 Wide Column&#10;02:47 Document&#10;04:05 Relational&#10;06:21 Graph&#10;07:22 Search Engine&#10;08:27 Multi-model&#10;&#10;#learntocode #data&#10;&#10;Learn more about MeiliSearch https://fireship.io/lessons/meilisearch-firebase-google-cloud/&#10;&#10;Install the quiz app 🤓&#10;&#10;iOS https://itunes.apple.com/us/app/fireship/id1462592372?mt=8&#10;Android https://play.google.com/store/apps/details?id=io.fireship.quizapp&#10;&#10;Upgrade to Fireship PRO at https://fireship.io/pro&#10;Use code lORhwXd2 for 25% off your first payment. &#10;&#10;My VS Code Theme&#10;&#10;- Atom One Dark &#10;- vscode-icons&#10;- Fira Code Font" id="127" name="Google Shape;127;p4" title="7 Database Paradigms">
            <a:hlinkClick r:id="rId3"/>
          </p:cNvPr>
          <p:cNvPicPr preferRelativeResize="0"/>
          <p:nvPr/>
        </p:nvPicPr>
        <p:blipFill rotWithShape="1">
          <a:blip r:embed="rId4">
            <a:alphaModFix/>
          </a:blip>
          <a:srcRect b="0" l="0" r="0" t="0"/>
          <a:stretch/>
        </p:blipFill>
        <p:spPr>
          <a:xfrm>
            <a:off x="1896838" y="712925"/>
            <a:ext cx="5350333" cy="4012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1000"/>
                                        <p:tgtEl>
                                          <p:spTgt spid="1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5"/>
          <p:cNvSpPr txBox="1"/>
          <p:nvPr>
            <p:ph idx="1" type="body"/>
          </p:nvPr>
        </p:nvSpPr>
        <p:spPr>
          <a:xfrm>
            <a:off x="311700" y="2157875"/>
            <a:ext cx="4394100" cy="4269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F1C232"/>
              </a:buClr>
              <a:buSzPts val="1800"/>
              <a:buChar char="-"/>
            </a:pPr>
            <a:r>
              <a:rPr lang="en">
                <a:solidFill>
                  <a:schemeClr val="dk1"/>
                </a:solidFill>
              </a:rPr>
              <a:t>La estructura básica es la </a:t>
            </a:r>
            <a:r>
              <a:rPr b="1" lang="en">
                <a:solidFill>
                  <a:schemeClr val="dk1"/>
                </a:solidFill>
              </a:rPr>
              <a:t>tabla</a:t>
            </a:r>
            <a:r>
              <a:rPr lang="en">
                <a:solidFill>
                  <a:schemeClr val="dk1"/>
                </a:solidFill>
              </a:rPr>
              <a:t> (relación). </a:t>
            </a:r>
            <a:endParaRPr>
              <a:solidFill>
                <a:schemeClr val="dk1"/>
              </a:solidFill>
            </a:endParaRPr>
          </a:p>
          <a:p>
            <a:pPr indent="0" lvl="0" marL="0" rtl="0" algn="l">
              <a:lnSpc>
                <a:spcPct val="115000"/>
              </a:lnSpc>
              <a:spcBef>
                <a:spcPts val="1600"/>
              </a:spcBef>
              <a:spcAft>
                <a:spcPts val="1600"/>
              </a:spcAft>
              <a:buSzPts val="1800"/>
              <a:buNone/>
            </a:pPr>
            <a:r>
              <a:t/>
            </a:r>
            <a:endParaRPr/>
          </a:p>
        </p:txBody>
      </p:sp>
      <p:sp>
        <p:nvSpPr>
          <p:cNvPr id="133" name="Google Shape;133;p5"/>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BASE DE DATOS RELACIONALES (I)</a:t>
            </a:r>
            <a:endParaRPr/>
          </a:p>
        </p:txBody>
      </p:sp>
      <p:sp>
        <p:nvSpPr>
          <p:cNvPr id="134" name="Google Shape;134;p5"/>
          <p:cNvSpPr txBox="1"/>
          <p:nvPr>
            <p:ph idx="1" type="body"/>
          </p:nvPr>
        </p:nvSpPr>
        <p:spPr>
          <a:xfrm>
            <a:off x="311700" y="863550"/>
            <a:ext cx="8520600" cy="934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800"/>
              <a:buNone/>
            </a:pPr>
            <a:r>
              <a:rPr b="1" lang="en">
                <a:solidFill>
                  <a:srgbClr val="6AA84F"/>
                </a:solidFill>
              </a:rPr>
              <a:t>Las </a:t>
            </a:r>
            <a:r>
              <a:rPr b="1" lang="en">
                <a:solidFill>
                  <a:srgbClr val="CC0000"/>
                </a:solidFill>
              </a:rPr>
              <a:t>bases de datos relacionales (RDBMS)</a:t>
            </a:r>
            <a:r>
              <a:rPr b="1" lang="en">
                <a:solidFill>
                  <a:srgbClr val="6AA84F"/>
                </a:solidFill>
              </a:rPr>
              <a:t> son una implementación del </a:t>
            </a:r>
            <a:r>
              <a:rPr b="1" lang="en">
                <a:solidFill>
                  <a:srgbClr val="CC0000"/>
                </a:solidFill>
              </a:rPr>
              <a:t>modelo relacional</a:t>
            </a:r>
            <a:r>
              <a:rPr b="1" lang="en">
                <a:solidFill>
                  <a:srgbClr val="6AA84F"/>
                </a:solidFill>
              </a:rPr>
              <a:t> introducido en los 70s por </a:t>
            </a:r>
            <a:r>
              <a:rPr b="1" lang="en" u="sng">
                <a:solidFill>
                  <a:schemeClr val="hlink"/>
                </a:solidFill>
                <a:hlinkClick r:id="rId3"/>
              </a:rPr>
              <a:t>Edgar Codd</a:t>
            </a:r>
            <a:r>
              <a:rPr b="1" lang="en">
                <a:solidFill>
                  <a:srgbClr val="6AA84F"/>
                </a:solidFill>
              </a:rPr>
              <a:t> en </a:t>
            </a:r>
            <a:r>
              <a:rPr b="1" i="1" lang="en">
                <a:solidFill>
                  <a:srgbClr val="CC0000"/>
                </a:solidFill>
              </a:rPr>
              <a:t>A Relational Model of Data for Large Shared Data Banks</a:t>
            </a:r>
            <a:endParaRPr b="1"/>
          </a:p>
        </p:txBody>
      </p:sp>
      <p:graphicFrame>
        <p:nvGraphicFramePr>
          <p:cNvPr id="135" name="Google Shape;135;p5"/>
          <p:cNvGraphicFramePr/>
          <p:nvPr/>
        </p:nvGraphicFramePr>
        <p:xfrm>
          <a:off x="5575375" y="2500000"/>
          <a:ext cx="3000000" cy="3000000"/>
        </p:xfrm>
        <a:graphic>
          <a:graphicData uri="http://schemas.openxmlformats.org/drawingml/2006/table">
            <a:tbl>
              <a:tblPr>
                <a:noFill/>
                <a:tableStyleId>{27C1D499-4B1D-4427-B494-FC4E8CE022A7}</a:tableStyleId>
              </a:tblPr>
              <a:tblGrid>
                <a:gridCol w="1029725"/>
                <a:gridCol w="1029725"/>
                <a:gridCol w="1029725"/>
              </a:tblGrid>
              <a:tr h="3843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B7B7B7"/>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B7B7B7"/>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B7B7B7"/>
                    </a:solidFill>
                  </a:tcPr>
                </a:tc>
              </a:tr>
              <a:tr h="3843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3843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3843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bl>
          </a:graphicData>
        </a:graphic>
      </p:graphicFrame>
      <p:sp>
        <p:nvSpPr>
          <p:cNvPr id="136" name="Google Shape;136;p5"/>
          <p:cNvSpPr txBox="1"/>
          <p:nvPr/>
        </p:nvSpPr>
        <p:spPr>
          <a:xfrm>
            <a:off x="5654700" y="2572050"/>
            <a:ext cx="861000" cy="246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Oswald"/>
                <a:ea typeface="Oswald"/>
                <a:cs typeface="Oswald"/>
                <a:sym typeface="Oswald"/>
              </a:rPr>
              <a:t>Columna</a:t>
            </a:r>
            <a:r>
              <a:rPr b="1" baseline="-25000" i="0" lang="en" sz="1200" u="none" cap="none" strike="noStrike">
                <a:solidFill>
                  <a:srgbClr val="000000"/>
                </a:solidFill>
                <a:latin typeface="Oswald"/>
                <a:ea typeface="Oswald"/>
                <a:cs typeface="Oswald"/>
                <a:sym typeface="Oswald"/>
              </a:rPr>
              <a:t>1</a:t>
            </a:r>
            <a:endParaRPr b="1" baseline="-25000" i="0" sz="1200" u="none" cap="none" strike="noStrike">
              <a:solidFill>
                <a:srgbClr val="000000"/>
              </a:solidFill>
              <a:latin typeface="Oswald"/>
              <a:ea typeface="Oswald"/>
              <a:cs typeface="Oswald"/>
              <a:sym typeface="Oswald"/>
            </a:endParaRPr>
          </a:p>
        </p:txBody>
      </p:sp>
      <p:sp>
        <p:nvSpPr>
          <p:cNvPr id="137" name="Google Shape;137;p5"/>
          <p:cNvSpPr txBox="1"/>
          <p:nvPr/>
        </p:nvSpPr>
        <p:spPr>
          <a:xfrm>
            <a:off x="6702825" y="2572050"/>
            <a:ext cx="915900" cy="246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Oswald"/>
                <a:ea typeface="Oswald"/>
                <a:cs typeface="Oswald"/>
                <a:sym typeface="Oswald"/>
              </a:rPr>
              <a:t>Columna</a:t>
            </a:r>
            <a:r>
              <a:rPr b="1" baseline="-25000" i="0" lang="en" sz="1200" u="none" cap="none" strike="noStrike">
                <a:solidFill>
                  <a:srgbClr val="000000"/>
                </a:solidFill>
                <a:latin typeface="Oswald"/>
                <a:ea typeface="Oswald"/>
                <a:cs typeface="Oswald"/>
                <a:sym typeface="Oswald"/>
              </a:rPr>
              <a:t>2</a:t>
            </a:r>
            <a:endParaRPr b="1" baseline="-25000" i="0" sz="1200" u="none" cap="none" strike="noStrike">
              <a:solidFill>
                <a:srgbClr val="000000"/>
              </a:solidFill>
              <a:latin typeface="Oswald"/>
              <a:ea typeface="Oswald"/>
              <a:cs typeface="Oswald"/>
              <a:sym typeface="Oswald"/>
            </a:endParaRPr>
          </a:p>
        </p:txBody>
      </p:sp>
      <p:sp>
        <p:nvSpPr>
          <p:cNvPr id="138" name="Google Shape;138;p5"/>
          <p:cNvSpPr txBox="1"/>
          <p:nvPr/>
        </p:nvSpPr>
        <p:spPr>
          <a:xfrm>
            <a:off x="7735641" y="2584765"/>
            <a:ext cx="915900" cy="246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Oswald"/>
                <a:ea typeface="Oswald"/>
                <a:cs typeface="Oswald"/>
                <a:sym typeface="Oswald"/>
              </a:rPr>
              <a:t>Columna</a:t>
            </a:r>
            <a:r>
              <a:rPr b="1" baseline="-25000" i="0" lang="en" sz="1200" u="none" cap="none" strike="noStrike">
                <a:solidFill>
                  <a:srgbClr val="000000"/>
                </a:solidFill>
                <a:latin typeface="Oswald"/>
                <a:ea typeface="Oswald"/>
                <a:cs typeface="Oswald"/>
                <a:sym typeface="Oswald"/>
              </a:rPr>
              <a:t>n</a:t>
            </a:r>
            <a:endParaRPr b="1" baseline="-25000" i="0" sz="1200" u="none" cap="none" strike="noStrike">
              <a:solidFill>
                <a:srgbClr val="000000"/>
              </a:solidFill>
              <a:latin typeface="Oswald"/>
              <a:ea typeface="Oswald"/>
              <a:cs typeface="Oswald"/>
              <a:sym typeface="Oswald"/>
            </a:endParaRPr>
          </a:p>
        </p:txBody>
      </p:sp>
      <p:sp>
        <p:nvSpPr>
          <p:cNvPr id="139" name="Google Shape;139;p5"/>
          <p:cNvSpPr txBox="1"/>
          <p:nvPr/>
        </p:nvSpPr>
        <p:spPr>
          <a:xfrm>
            <a:off x="5730900" y="2953050"/>
            <a:ext cx="861000" cy="246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Oswald"/>
                <a:ea typeface="Oswald"/>
                <a:cs typeface="Oswald"/>
                <a:sym typeface="Oswald"/>
              </a:rPr>
              <a:t>Valor</a:t>
            </a:r>
            <a:r>
              <a:rPr b="1" baseline="-25000" i="0" lang="en" sz="1200" u="none" cap="none" strike="noStrike">
                <a:solidFill>
                  <a:srgbClr val="000000"/>
                </a:solidFill>
                <a:latin typeface="Oswald"/>
                <a:ea typeface="Oswald"/>
                <a:cs typeface="Oswald"/>
                <a:sym typeface="Oswald"/>
              </a:rPr>
              <a:t>11</a:t>
            </a:r>
            <a:endParaRPr b="1" baseline="-25000" i="0" sz="1200" u="none" cap="none" strike="noStrike">
              <a:solidFill>
                <a:srgbClr val="000000"/>
              </a:solidFill>
              <a:latin typeface="Oswald"/>
              <a:ea typeface="Oswald"/>
              <a:cs typeface="Oswald"/>
              <a:sym typeface="Oswald"/>
            </a:endParaRPr>
          </a:p>
        </p:txBody>
      </p:sp>
      <p:sp>
        <p:nvSpPr>
          <p:cNvPr id="140" name="Google Shape;140;p5"/>
          <p:cNvSpPr txBox="1"/>
          <p:nvPr/>
        </p:nvSpPr>
        <p:spPr>
          <a:xfrm>
            <a:off x="6702825" y="2972075"/>
            <a:ext cx="915900" cy="246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Oswald"/>
                <a:ea typeface="Oswald"/>
                <a:cs typeface="Oswald"/>
                <a:sym typeface="Oswald"/>
              </a:rPr>
              <a:t>Valor</a:t>
            </a:r>
            <a:r>
              <a:rPr b="1" baseline="-25000" i="0" lang="en" sz="1200" u="none" cap="none" strike="noStrike">
                <a:solidFill>
                  <a:srgbClr val="000000"/>
                </a:solidFill>
                <a:latin typeface="Oswald"/>
                <a:ea typeface="Oswald"/>
                <a:cs typeface="Oswald"/>
                <a:sym typeface="Oswald"/>
              </a:rPr>
              <a:t>12</a:t>
            </a:r>
            <a:endParaRPr b="1" baseline="-25000" i="0" sz="1200" u="none" cap="none" strike="noStrike">
              <a:solidFill>
                <a:srgbClr val="000000"/>
              </a:solidFill>
              <a:latin typeface="Oswald"/>
              <a:ea typeface="Oswald"/>
              <a:cs typeface="Oswald"/>
              <a:sym typeface="Oswald"/>
            </a:endParaRPr>
          </a:p>
        </p:txBody>
      </p:sp>
      <p:sp>
        <p:nvSpPr>
          <p:cNvPr id="141" name="Google Shape;141;p5"/>
          <p:cNvSpPr txBox="1"/>
          <p:nvPr/>
        </p:nvSpPr>
        <p:spPr>
          <a:xfrm>
            <a:off x="7698550" y="2953050"/>
            <a:ext cx="915900" cy="246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Oswald"/>
                <a:ea typeface="Oswald"/>
                <a:cs typeface="Oswald"/>
                <a:sym typeface="Oswald"/>
              </a:rPr>
              <a:t>Valor</a:t>
            </a:r>
            <a:r>
              <a:rPr b="1" baseline="-25000" i="0" lang="en" sz="1200" u="none" cap="none" strike="noStrike">
                <a:solidFill>
                  <a:srgbClr val="000000"/>
                </a:solidFill>
                <a:latin typeface="Oswald"/>
                <a:ea typeface="Oswald"/>
                <a:cs typeface="Oswald"/>
                <a:sym typeface="Oswald"/>
              </a:rPr>
              <a:t>1n</a:t>
            </a:r>
            <a:endParaRPr b="1" baseline="-25000" i="0" sz="1200" u="none" cap="none" strike="noStrike">
              <a:solidFill>
                <a:srgbClr val="000000"/>
              </a:solidFill>
              <a:latin typeface="Oswald"/>
              <a:ea typeface="Oswald"/>
              <a:cs typeface="Oswald"/>
              <a:sym typeface="Oswald"/>
            </a:endParaRPr>
          </a:p>
        </p:txBody>
      </p:sp>
      <p:sp>
        <p:nvSpPr>
          <p:cNvPr id="142" name="Google Shape;142;p5"/>
          <p:cNvSpPr txBox="1"/>
          <p:nvPr/>
        </p:nvSpPr>
        <p:spPr>
          <a:xfrm>
            <a:off x="5730900" y="3791250"/>
            <a:ext cx="861000" cy="246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Oswald"/>
                <a:ea typeface="Oswald"/>
                <a:cs typeface="Oswald"/>
                <a:sym typeface="Oswald"/>
              </a:rPr>
              <a:t>Valor</a:t>
            </a:r>
            <a:r>
              <a:rPr b="1" baseline="-25000" i="0" lang="en" sz="1200" u="none" cap="none" strike="noStrike">
                <a:solidFill>
                  <a:srgbClr val="000000"/>
                </a:solidFill>
                <a:latin typeface="Oswald"/>
                <a:ea typeface="Oswald"/>
                <a:cs typeface="Oswald"/>
                <a:sym typeface="Oswald"/>
              </a:rPr>
              <a:t>m1</a:t>
            </a:r>
            <a:endParaRPr b="1" baseline="-25000" i="0" sz="1200" u="none" cap="none" strike="noStrike">
              <a:solidFill>
                <a:srgbClr val="000000"/>
              </a:solidFill>
              <a:latin typeface="Oswald"/>
              <a:ea typeface="Oswald"/>
              <a:cs typeface="Oswald"/>
              <a:sym typeface="Oswald"/>
            </a:endParaRPr>
          </a:p>
        </p:txBody>
      </p:sp>
      <p:sp>
        <p:nvSpPr>
          <p:cNvPr id="143" name="Google Shape;143;p5"/>
          <p:cNvSpPr txBox="1"/>
          <p:nvPr/>
        </p:nvSpPr>
        <p:spPr>
          <a:xfrm>
            <a:off x="6702825" y="3772125"/>
            <a:ext cx="915900" cy="246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Oswald"/>
                <a:ea typeface="Oswald"/>
                <a:cs typeface="Oswald"/>
                <a:sym typeface="Oswald"/>
              </a:rPr>
              <a:t>Valor</a:t>
            </a:r>
            <a:r>
              <a:rPr b="1" baseline="-25000" i="0" lang="en" sz="1200" u="none" cap="none" strike="noStrike">
                <a:solidFill>
                  <a:srgbClr val="000000"/>
                </a:solidFill>
                <a:latin typeface="Oswald"/>
                <a:ea typeface="Oswald"/>
                <a:cs typeface="Oswald"/>
                <a:sym typeface="Oswald"/>
              </a:rPr>
              <a:t>m2</a:t>
            </a:r>
            <a:endParaRPr b="1" baseline="-25000" i="0" sz="1200" u="none" cap="none" strike="noStrike">
              <a:solidFill>
                <a:srgbClr val="000000"/>
              </a:solidFill>
              <a:latin typeface="Oswald"/>
              <a:ea typeface="Oswald"/>
              <a:cs typeface="Oswald"/>
              <a:sym typeface="Oswald"/>
            </a:endParaRPr>
          </a:p>
        </p:txBody>
      </p:sp>
      <p:sp>
        <p:nvSpPr>
          <p:cNvPr id="144" name="Google Shape;144;p5"/>
          <p:cNvSpPr txBox="1"/>
          <p:nvPr/>
        </p:nvSpPr>
        <p:spPr>
          <a:xfrm>
            <a:off x="7698550" y="3791250"/>
            <a:ext cx="915900" cy="246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Oswald"/>
                <a:ea typeface="Oswald"/>
                <a:cs typeface="Oswald"/>
                <a:sym typeface="Oswald"/>
              </a:rPr>
              <a:t>Valor</a:t>
            </a:r>
            <a:r>
              <a:rPr b="1" baseline="-25000" i="0" lang="en" sz="1200" u="none" cap="none" strike="noStrike">
                <a:solidFill>
                  <a:srgbClr val="000000"/>
                </a:solidFill>
                <a:latin typeface="Oswald"/>
                <a:ea typeface="Oswald"/>
                <a:cs typeface="Oswald"/>
                <a:sym typeface="Oswald"/>
              </a:rPr>
              <a:t>mn</a:t>
            </a:r>
            <a:endParaRPr b="1" baseline="-25000" i="0" sz="1200" u="none" cap="none" strike="noStrike">
              <a:solidFill>
                <a:srgbClr val="000000"/>
              </a:solidFill>
              <a:latin typeface="Oswald"/>
              <a:ea typeface="Oswald"/>
              <a:cs typeface="Oswald"/>
              <a:sym typeface="Oswald"/>
            </a:endParaRPr>
          </a:p>
        </p:txBody>
      </p:sp>
      <p:sp>
        <p:nvSpPr>
          <p:cNvPr id="145" name="Google Shape;145;p5"/>
          <p:cNvSpPr txBox="1"/>
          <p:nvPr/>
        </p:nvSpPr>
        <p:spPr>
          <a:xfrm>
            <a:off x="5730900" y="3372097"/>
            <a:ext cx="861000" cy="246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Oswald"/>
                <a:ea typeface="Oswald"/>
                <a:cs typeface="Oswald"/>
                <a:sym typeface="Oswald"/>
              </a:rPr>
              <a:t>...</a:t>
            </a:r>
            <a:endParaRPr b="1" baseline="-25000" i="0" sz="1200" u="none" cap="none" strike="noStrike">
              <a:solidFill>
                <a:srgbClr val="000000"/>
              </a:solidFill>
              <a:latin typeface="Oswald"/>
              <a:ea typeface="Oswald"/>
              <a:cs typeface="Oswald"/>
              <a:sym typeface="Oswald"/>
            </a:endParaRPr>
          </a:p>
        </p:txBody>
      </p:sp>
      <p:sp>
        <p:nvSpPr>
          <p:cNvPr id="146" name="Google Shape;146;p5"/>
          <p:cNvSpPr txBox="1"/>
          <p:nvPr/>
        </p:nvSpPr>
        <p:spPr>
          <a:xfrm>
            <a:off x="6702825" y="3372097"/>
            <a:ext cx="915900" cy="246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Oswald"/>
                <a:ea typeface="Oswald"/>
                <a:cs typeface="Oswald"/>
                <a:sym typeface="Oswald"/>
              </a:rPr>
              <a:t>...</a:t>
            </a:r>
            <a:endParaRPr b="1" baseline="-25000" i="0" sz="1200" u="none" cap="none" strike="noStrike">
              <a:solidFill>
                <a:srgbClr val="000000"/>
              </a:solidFill>
              <a:latin typeface="Oswald"/>
              <a:ea typeface="Oswald"/>
              <a:cs typeface="Oswald"/>
              <a:sym typeface="Oswald"/>
            </a:endParaRPr>
          </a:p>
        </p:txBody>
      </p:sp>
      <p:sp>
        <p:nvSpPr>
          <p:cNvPr id="147" name="Google Shape;147;p5"/>
          <p:cNvSpPr txBox="1"/>
          <p:nvPr/>
        </p:nvSpPr>
        <p:spPr>
          <a:xfrm>
            <a:off x="7698550" y="3372097"/>
            <a:ext cx="915900" cy="246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Oswald"/>
                <a:ea typeface="Oswald"/>
                <a:cs typeface="Oswald"/>
                <a:sym typeface="Oswald"/>
              </a:rPr>
              <a:t>...</a:t>
            </a:r>
            <a:endParaRPr b="1" baseline="-25000" i="0" sz="1200" u="none" cap="none" strike="noStrike">
              <a:solidFill>
                <a:srgbClr val="000000"/>
              </a:solidFill>
              <a:latin typeface="Oswald"/>
              <a:ea typeface="Oswald"/>
              <a:cs typeface="Oswald"/>
              <a:sym typeface="Oswald"/>
            </a:endParaRPr>
          </a:p>
        </p:txBody>
      </p:sp>
      <p:sp>
        <p:nvSpPr>
          <p:cNvPr id="148" name="Google Shape;148;p5"/>
          <p:cNvSpPr txBox="1"/>
          <p:nvPr>
            <p:ph idx="1" type="body"/>
          </p:nvPr>
        </p:nvSpPr>
        <p:spPr>
          <a:xfrm>
            <a:off x="311700" y="2571750"/>
            <a:ext cx="4394100" cy="7047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rgbClr val="F1C232"/>
              </a:buClr>
              <a:buSzPts val="1800"/>
              <a:buChar char="-"/>
            </a:pPr>
            <a:r>
              <a:rPr lang="en">
                <a:solidFill>
                  <a:schemeClr val="dk1"/>
                </a:solidFill>
              </a:rPr>
              <a:t>La tabla define </a:t>
            </a:r>
            <a:r>
              <a:rPr b="1" lang="en">
                <a:solidFill>
                  <a:schemeClr val="dk1"/>
                </a:solidFill>
              </a:rPr>
              <a:t>columnas</a:t>
            </a:r>
            <a:r>
              <a:rPr lang="en">
                <a:solidFill>
                  <a:schemeClr val="dk1"/>
                </a:solidFill>
              </a:rPr>
              <a:t> (atributos) y tiene </a:t>
            </a:r>
            <a:r>
              <a:rPr b="1" lang="en">
                <a:solidFill>
                  <a:schemeClr val="dk1"/>
                </a:solidFill>
              </a:rPr>
              <a:t>filas de datos</a:t>
            </a:r>
            <a:r>
              <a:rPr lang="en">
                <a:solidFill>
                  <a:schemeClr val="dk1"/>
                </a:solidFill>
              </a:rPr>
              <a:t> (tuplas).</a:t>
            </a:r>
            <a:endParaRPr/>
          </a:p>
        </p:txBody>
      </p:sp>
      <p:sp>
        <p:nvSpPr>
          <p:cNvPr id="149" name="Google Shape;149;p5"/>
          <p:cNvSpPr txBox="1"/>
          <p:nvPr>
            <p:ph idx="1" type="body"/>
          </p:nvPr>
        </p:nvSpPr>
        <p:spPr>
          <a:xfrm>
            <a:off x="311700" y="4303479"/>
            <a:ext cx="5724300" cy="4269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F1C232"/>
              </a:buClr>
              <a:buSzPts val="1800"/>
              <a:buChar char="-"/>
            </a:pPr>
            <a:r>
              <a:rPr lang="en"/>
              <a:t>Usan </a:t>
            </a:r>
            <a:r>
              <a:rPr b="1" lang="en"/>
              <a:t>SQL</a:t>
            </a:r>
            <a:r>
              <a:rPr lang="en"/>
              <a:t> como lenguaje para manipular y consultar datos.</a:t>
            </a:r>
            <a:endParaRPr/>
          </a:p>
        </p:txBody>
      </p:sp>
      <p:sp>
        <p:nvSpPr>
          <p:cNvPr id="150" name="Google Shape;150;p5"/>
          <p:cNvSpPr txBox="1"/>
          <p:nvPr>
            <p:ph idx="1" type="body"/>
          </p:nvPr>
        </p:nvSpPr>
        <p:spPr>
          <a:xfrm>
            <a:off x="311700" y="3276450"/>
            <a:ext cx="4394100" cy="7047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F1C232"/>
              </a:buClr>
              <a:buSzPts val="1800"/>
              <a:buChar char="-"/>
            </a:pPr>
            <a:r>
              <a:rPr lang="en">
                <a:solidFill>
                  <a:schemeClr val="dk1"/>
                </a:solidFill>
              </a:rPr>
              <a:t>Las columnas tienen un cierto </a:t>
            </a:r>
            <a:r>
              <a:rPr b="1" lang="en">
                <a:solidFill>
                  <a:schemeClr val="dk1"/>
                </a:solidFill>
              </a:rPr>
              <a:t>tipo de datos</a:t>
            </a:r>
            <a:r>
              <a:rPr lang="en">
                <a:solidFill>
                  <a:schemeClr val="dk1"/>
                </a:solidFill>
              </a:rPr>
              <a:t> (dominio).</a:t>
            </a:r>
            <a:endParaRPr>
              <a:solidFill>
                <a:schemeClr val="dk1"/>
              </a:solidFill>
            </a:endParaRPr>
          </a:p>
          <a:p>
            <a:pPr indent="0" lvl="0" marL="914400" rtl="0" algn="l">
              <a:lnSpc>
                <a:spcPct val="115000"/>
              </a:lnSpc>
              <a:spcBef>
                <a:spcPts val="1600"/>
              </a:spcBef>
              <a:spcAft>
                <a:spcPts val="1600"/>
              </a:spcAft>
              <a:buSzPts val="1800"/>
              <a:buNone/>
            </a:pPr>
            <a:r>
              <a:t/>
            </a:r>
            <a:endParaRPr/>
          </a:p>
        </p:txBody>
      </p:sp>
      <p:sp>
        <p:nvSpPr>
          <p:cNvPr id="151" name="Google Shape;151;p5"/>
          <p:cNvSpPr txBox="1"/>
          <p:nvPr>
            <p:ph idx="1" type="body"/>
          </p:nvPr>
        </p:nvSpPr>
        <p:spPr>
          <a:xfrm>
            <a:off x="311700" y="3922775"/>
            <a:ext cx="4394100" cy="4269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F1C232"/>
              </a:buClr>
              <a:buSzPts val="1800"/>
              <a:buChar char="-"/>
            </a:pPr>
            <a:r>
              <a:rPr lang="en">
                <a:solidFill>
                  <a:schemeClr val="dk1"/>
                </a:solidFill>
              </a:rPr>
              <a:t>Se pueden </a:t>
            </a:r>
            <a:r>
              <a:rPr b="1" lang="en">
                <a:solidFill>
                  <a:schemeClr val="dk1"/>
                </a:solidFill>
              </a:rPr>
              <a:t>relacionar</a:t>
            </a:r>
            <a:r>
              <a:rPr lang="en">
                <a:solidFill>
                  <a:schemeClr val="dk1"/>
                </a:solidFill>
              </a:rPr>
              <a:t> una o más tablas.</a:t>
            </a:r>
            <a:endParaRPr>
              <a:solidFill>
                <a:schemeClr val="dk1"/>
              </a:solidFill>
            </a:endParaRPr>
          </a:p>
        </p:txBody>
      </p:sp>
      <p:sp>
        <p:nvSpPr>
          <p:cNvPr id="152" name="Google Shape;152;p5"/>
          <p:cNvSpPr txBox="1"/>
          <p:nvPr/>
        </p:nvSpPr>
        <p:spPr>
          <a:xfrm>
            <a:off x="280950" y="4725675"/>
            <a:ext cx="951000" cy="3675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1000"/>
                                        <p:tgtEl>
                                          <p:spTgt spid="1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1000"/>
                                        <p:tgtEl>
                                          <p:spTgt spid="1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1000"/>
                                        <p:tgtEl>
                                          <p:spTgt spid="1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1000"/>
                                        <p:tgtEl>
                                          <p:spTgt spid="1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gtEl>
                                        <p:attrNameLst>
                                          <p:attrName>style.visibility</p:attrName>
                                        </p:attrNameLst>
                                      </p:cBhvr>
                                      <p:to>
                                        <p:strVal val="visible"/>
                                      </p:to>
                                    </p:set>
                                    <p:animEffect filter="fade" transition="in">
                                      <p:cBhvr>
                                        <p:cTn dur="1000"/>
                                        <p:tgtEl>
                                          <p:spTgt spid="136"/>
                                        </p:tgtEl>
                                      </p:cBhvr>
                                    </p:animEffect>
                                  </p:childTnLst>
                                </p:cTn>
                              </p:par>
                              <p:par>
                                <p:cTn fill="hold" nodeType="with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1000"/>
                                        <p:tgtEl>
                                          <p:spTgt spid="137"/>
                                        </p:tgtEl>
                                      </p:cBhvr>
                                    </p:animEffect>
                                  </p:childTnLst>
                                </p:cTn>
                              </p:par>
                              <p:par>
                                <p:cTn fill="hold" nodeType="with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1000"/>
                                        <p:tgtEl>
                                          <p:spTgt spid="1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1000"/>
                                        <p:tgtEl>
                                          <p:spTgt spid="139"/>
                                        </p:tgtEl>
                                      </p:cBhvr>
                                    </p:animEffect>
                                  </p:childTnLst>
                                </p:cTn>
                              </p:par>
                              <p:par>
                                <p:cTn fill="hold" nodeType="with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1000"/>
                                        <p:tgtEl>
                                          <p:spTgt spid="140"/>
                                        </p:tgtEl>
                                      </p:cBhvr>
                                    </p:animEffect>
                                  </p:childTnLst>
                                </p:cTn>
                              </p:par>
                              <p:par>
                                <p:cTn fill="hold" nodeType="with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1000"/>
                                        <p:tgtEl>
                                          <p:spTgt spid="141"/>
                                        </p:tgtEl>
                                      </p:cBhvr>
                                    </p:animEffect>
                                  </p:childTnLst>
                                </p:cTn>
                              </p:par>
                              <p:par>
                                <p:cTn fill="hold" nodeType="with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1000"/>
                                        <p:tgtEl>
                                          <p:spTgt spid="142"/>
                                        </p:tgtEl>
                                      </p:cBhvr>
                                    </p:animEffect>
                                  </p:childTnLst>
                                </p:cTn>
                              </p:par>
                              <p:par>
                                <p:cTn fill="hold" nodeType="with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1000"/>
                                        <p:tgtEl>
                                          <p:spTgt spid="143"/>
                                        </p:tgtEl>
                                      </p:cBhvr>
                                    </p:animEffect>
                                  </p:childTnLst>
                                </p:cTn>
                              </p:par>
                              <p:par>
                                <p:cTn fill="hold" nodeType="with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1000"/>
                                        <p:tgtEl>
                                          <p:spTgt spid="145"/>
                                        </p:tgtEl>
                                      </p:cBhvr>
                                    </p:animEffect>
                                  </p:childTnLst>
                                </p:cTn>
                              </p:par>
                              <p:par>
                                <p:cTn fill="hold" nodeType="with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1000"/>
                                        <p:tgtEl>
                                          <p:spTgt spid="146"/>
                                        </p:tgtEl>
                                      </p:cBhvr>
                                    </p:animEffect>
                                  </p:childTnLst>
                                </p:cTn>
                              </p:par>
                              <p:par>
                                <p:cTn fill="hold" nodeType="with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1000"/>
                                        <p:tgtEl>
                                          <p:spTgt spid="147"/>
                                        </p:tgtEl>
                                      </p:cBhvr>
                                    </p:animEffect>
                                  </p:childTnLst>
                                </p:cTn>
                              </p:par>
                              <p:par>
                                <p:cTn fill="hold" nodeType="with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1000"/>
                                        <p:tgtEl>
                                          <p:spTgt spid="1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1000"/>
                                        <p:tgtEl>
                                          <p:spTgt spid="1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1000"/>
                                        <p:tgtEl>
                                          <p:spTgt spid="1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1000"/>
                                        <p:tgtEl>
                                          <p:spTgt spid="1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4400"/>
              <a:t>“</a:t>
            </a:r>
            <a:r>
              <a:rPr lang="en" sz="4400"/>
              <a:t>Diseño” de Bases de Datos</a:t>
            </a:r>
            <a:endParaRPr sz="4400"/>
          </a:p>
        </p:txBody>
      </p:sp>
      <p:sp>
        <p:nvSpPr>
          <p:cNvPr id="158" name="Google Shape;158;p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Base de Datos 2025</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7"/>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Diseño de Base de Datos - Para que?</a:t>
            </a:r>
            <a:endParaRPr/>
          </a:p>
        </p:txBody>
      </p:sp>
      <p:sp>
        <p:nvSpPr>
          <p:cNvPr id="164" name="Google Shape;164;p7"/>
          <p:cNvSpPr txBox="1"/>
          <p:nvPr>
            <p:ph idx="1" type="body"/>
          </p:nvPr>
        </p:nvSpPr>
        <p:spPr>
          <a:xfrm>
            <a:off x="311700" y="863550"/>
            <a:ext cx="4260300" cy="380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t>Una base datos bien diseñada debe:</a:t>
            </a:r>
            <a:endParaRPr/>
          </a:p>
          <a:p>
            <a:pPr indent="-317500" lvl="0" marL="457200" rtl="0" algn="l">
              <a:lnSpc>
                <a:spcPct val="115000"/>
              </a:lnSpc>
              <a:spcBef>
                <a:spcPts val="1600"/>
              </a:spcBef>
              <a:spcAft>
                <a:spcPts val="0"/>
              </a:spcAft>
              <a:buClr>
                <a:schemeClr val="accent1"/>
              </a:buClr>
              <a:buSzPts val="1400"/>
              <a:buChar char="➢"/>
            </a:pPr>
            <a:r>
              <a:rPr lang="en"/>
              <a:t>Eliminar la redundancia de datos</a:t>
            </a:r>
            <a:endParaRPr/>
          </a:p>
          <a:p>
            <a:pPr indent="-304800" lvl="1" marL="914400" rtl="0" algn="l">
              <a:lnSpc>
                <a:spcPct val="115000"/>
              </a:lnSpc>
              <a:spcBef>
                <a:spcPts val="1000"/>
              </a:spcBef>
              <a:spcAft>
                <a:spcPts val="0"/>
              </a:spcAft>
              <a:buSzPts val="1200"/>
              <a:buChar char="○"/>
            </a:pPr>
            <a:r>
              <a:rPr lang="en"/>
              <a:t>Los datos no deben almacenarse en más de un lugar.</a:t>
            </a:r>
            <a:endParaRPr/>
          </a:p>
          <a:p>
            <a:pPr indent="-304800" lvl="1" marL="914400" rtl="0" algn="l">
              <a:lnSpc>
                <a:spcPct val="115000"/>
              </a:lnSpc>
              <a:spcBef>
                <a:spcPts val="1000"/>
              </a:spcBef>
              <a:spcAft>
                <a:spcPts val="0"/>
              </a:spcAft>
              <a:buSzPts val="1200"/>
              <a:buChar char="○"/>
            </a:pPr>
            <a:r>
              <a:rPr lang="en"/>
              <a:t>No malgastar almacenamiento.</a:t>
            </a:r>
            <a:endParaRPr/>
          </a:p>
          <a:p>
            <a:pPr indent="-304800" lvl="1" marL="914400" rtl="0" algn="l">
              <a:lnSpc>
                <a:spcPct val="115000"/>
              </a:lnSpc>
              <a:spcBef>
                <a:spcPts val="1000"/>
              </a:spcBef>
              <a:spcAft>
                <a:spcPts val="0"/>
              </a:spcAft>
              <a:buSzPts val="1200"/>
              <a:buChar char="○"/>
            </a:pPr>
            <a:r>
              <a:rPr lang="en">
                <a:solidFill>
                  <a:schemeClr val="dk1"/>
                </a:solidFill>
              </a:rPr>
              <a:t>Evitar inconsistencias.</a:t>
            </a:r>
            <a:endParaRPr/>
          </a:p>
          <a:p>
            <a:pPr indent="-317500" lvl="0" marL="457200" rtl="0" algn="l">
              <a:lnSpc>
                <a:spcPct val="115000"/>
              </a:lnSpc>
              <a:spcBef>
                <a:spcPts val="1000"/>
              </a:spcBef>
              <a:spcAft>
                <a:spcPts val="0"/>
              </a:spcAft>
              <a:buClr>
                <a:schemeClr val="accent1"/>
              </a:buClr>
              <a:buSzPts val="1400"/>
              <a:buChar char="➢"/>
            </a:pPr>
            <a:r>
              <a:rPr lang="en"/>
              <a:t>Asegurar la integridad de los datos.</a:t>
            </a:r>
            <a:endParaRPr/>
          </a:p>
          <a:p>
            <a:pPr indent="-304800" lvl="1" marL="914400" rtl="0" algn="l">
              <a:lnSpc>
                <a:spcPct val="115000"/>
              </a:lnSpc>
              <a:spcBef>
                <a:spcPts val="1000"/>
              </a:spcBef>
              <a:spcAft>
                <a:spcPts val="0"/>
              </a:spcAft>
              <a:buSzPts val="1200"/>
              <a:buChar char="○"/>
            </a:pPr>
            <a:r>
              <a:rPr lang="en"/>
              <a:t>Claves primarias correctas</a:t>
            </a:r>
            <a:endParaRPr/>
          </a:p>
          <a:p>
            <a:pPr indent="-304800" lvl="1" marL="914400" rtl="0" algn="l">
              <a:lnSpc>
                <a:spcPct val="115000"/>
              </a:lnSpc>
              <a:spcBef>
                <a:spcPts val="1000"/>
              </a:spcBef>
              <a:spcAft>
                <a:spcPts val="0"/>
              </a:spcAft>
              <a:buSzPts val="1200"/>
              <a:buChar char="○"/>
            </a:pPr>
            <a:r>
              <a:rPr lang="en">
                <a:solidFill>
                  <a:schemeClr val="dk1"/>
                </a:solidFill>
              </a:rPr>
              <a:t>Evitar inconsistencias.</a:t>
            </a:r>
            <a:endParaRPr>
              <a:solidFill>
                <a:schemeClr val="dk1"/>
              </a:solidFill>
            </a:endParaRPr>
          </a:p>
          <a:p>
            <a:pPr indent="-317500" lvl="0" marL="457200" rtl="0" algn="l">
              <a:lnSpc>
                <a:spcPct val="115000"/>
              </a:lnSpc>
              <a:spcBef>
                <a:spcPts val="1000"/>
              </a:spcBef>
              <a:spcAft>
                <a:spcPts val="0"/>
              </a:spcAft>
              <a:buClr>
                <a:schemeClr val="accent1"/>
              </a:buClr>
              <a:buSzPts val="1400"/>
              <a:buChar char="➢"/>
            </a:pPr>
            <a:r>
              <a:rPr lang="en" sz="1800">
                <a:solidFill>
                  <a:schemeClr val="dk1"/>
                </a:solidFill>
              </a:rPr>
              <a:t>Facilitar la aplicación de las reglas de negocio.</a:t>
            </a:r>
            <a:endParaRPr sz="1800">
              <a:solidFill>
                <a:schemeClr val="dk1"/>
              </a:solidFill>
            </a:endParaRPr>
          </a:p>
          <a:p>
            <a:pPr indent="0" lvl="0" marL="1371600" rtl="0" algn="l">
              <a:lnSpc>
                <a:spcPct val="115000"/>
              </a:lnSpc>
              <a:spcBef>
                <a:spcPts val="1000"/>
              </a:spcBef>
              <a:spcAft>
                <a:spcPts val="0"/>
              </a:spcAft>
              <a:buSzPts val="1800"/>
              <a:buNone/>
            </a:pPr>
            <a:r>
              <a:rPr lang="en">
                <a:solidFill>
                  <a:schemeClr val="dk1"/>
                </a:solidFill>
              </a:rPr>
              <a:t>	</a:t>
            </a:r>
            <a:endParaRPr>
              <a:solidFill>
                <a:schemeClr val="dk1"/>
              </a:solidFill>
            </a:endParaRPr>
          </a:p>
          <a:p>
            <a:pPr indent="0" lvl="0" marL="457200" marR="0" rtl="0" algn="l">
              <a:lnSpc>
                <a:spcPct val="115000"/>
              </a:lnSpc>
              <a:spcBef>
                <a:spcPts val="1000"/>
              </a:spcBef>
              <a:spcAft>
                <a:spcPts val="0"/>
              </a:spcAft>
              <a:buSzPts val="1800"/>
              <a:buNone/>
            </a:pPr>
            <a:r>
              <a:t/>
            </a:r>
            <a:endParaRPr/>
          </a:p>
          <a:p>
            <a:pPr indent="0" lvl="0" marL="0" rtl="0" algn="l">
              <a:lnSpc>
                <a:spcPct val="115000"/>
              </a:lnSpc>
              <a:spcBef>
                <a:spcPts val="1000"/>
              </a:spcBef>
              <a:spcAft>
                <a:spcPts val="1600"/>
              </a:spcAft>
              <a:buSzPts val="1800"/>
              <a:buNone/>
            </a:pPr>
            <a:r>
              <a:t/>
            </a:r>
            <a:endParaRPr/>
          </a:p>
        </p:txBody>
      </p:sp>
      <p:sp>
        <p:nvSpPr>
          <p:cNvPr id="165" name="Google Shape;165;p7"/>
          <p:cNvSpPr txBox="1"/>
          <p:nvPr>
            <p:ph idx="1" type="body"/>
          </p:nvPr>
        </p:nvSpPr>
        <p:spPr>
          <a:xfrm>
            <a:off x="4829800" y="863550"/>
            <a:ext cx="42603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t>Cómo lo hacemos?</a:t>
            </a:r>
            <a:endParaRPr/>
          </a:p>
          <a:p>
            <a:pPr indent="-317500" lvl="0" marL="457200" rtl="0" algn="l">
              <a:lnSpc>
                <a:spcPct val="115000"/>
              </a:lnSpc>
              <a:spcBef>
                <a:spcPts val="1000"/>
              </a:spcBef>
              <a:spcAft>
                <a:spcPts val="0"/>
              </a:spcAft>
              <a:buClr>
                <a:schemeClr val="accent1"/>
              </a:buClr>
              <a:buSzPts val="1400"/>
              <a:buAutoNum type="arabicPeriod"/>
            </a:pPr>
            <a:r>
              <a:rPr lang="en">
                <a:solidFill>
                  <a:schemeClr val="dk1"/>
                </a:solidFill>
              </a:rPr>
              <a:t>Análisis de Requerimientos.</a:t>
            </a:r>
            <a:endParaRPr>
              <a:solidFill>
                <a:schemeClr val="dk1"/>
              </a:solidFill>
            </a:endParaRPr>
          </a:p>
          <a:p>
            <a:pPr indent="-317500" lvl="0" marL="457200" rtl="0" algn="l">
              <a:lnSpc>
                <a:spcPct val="115000"/>
              </a:lnSpc>
              <a:spcBef>
                <a:spcPts val="1600"/>
              </a:spcBef>
              <a:spcAft>
                <a:spcPts val="0"/>
              </a:spcAft>
              <a:buClr>
                <a:schemeClr val="accent1"/>
              </a:buClr>
              <a:buSzPts val="1400"/>
              <a:buAutoNum type="arabicPeriod"/>
            </a:pPr>
            <a:r>
              <a:rPr lang="en">
                <a:solidFill>
                  <a:schemeClr val="dk1"/>
                </a:solidFill>
              </a:rPr>
              <a:t>Creación de Tablas</a:t>
            </a:r>
            <a:endParaRPr>
              <a:solidFill>
                <a:schemeClr val="dk1"/>
              </a:solidFill>
            </a:endParaRPr>
          </a:p>
          <a:p>
            <a:pPr indent="-317500" lvl="0" marL="457200" rtl="0" algn="l">
              <a:lnSpc>
                <a:spcPct val="115000"/>
              </a:lnSpc>
              <a:spcBef>
                <a:spcPts val="1000"/>
              </a:spcBef>
              <a:spcAft>
                <a:spcPts val="0"/>
              </a:spcAft>
              <a:buClr>
                <a:schemeClr val="accent1"/>
              </a:buClr>
              <a:buSzPts val="1400"/>
              <a:buAutoNum type="arabicPeriod"/>
            </a:pPr>
            <a:r>
              <a:rPr lang="en">
                <a:solidFill>
                  <a:schemeClr val="dk1"/>
                </a:solidFill>
              </a:rPr>
              <a:t>Definición de relaciones entre tablas</a:t>
            </a:r>
            <a:endParaRPr>
              <a:solidFill>
                <a:schemeClr val="dk1"/>
              </a:solidFill>
            </a:endParaRPr>
          </a:p>
          <a:p>
            <a:pPr indent="-317500" lvl="0" marL="457200" rtl="0" algn="l">
              <a:lnSpc>
                <a:spcPct val="115000"/>
              </a:lnSpc>
              <a:spcBef>
                <a:spcPts val="1000"/>
              </a:spcBef>
              <a:spcAft>
                <a:spcPts val="0"/>
              </a:spcAft>
              <a:buClr>
                <a:schemeClr val="accent1"/>
              </a:buClr>
              <a:buSzPts val="1400"/>
              <a:buAutoNum type="arabicPeriod"/>
            </a:pPr>
            <a:r>
              <a:rPr lang="en">
                <a:solidFill>
                  <a:schemeClr val="dk1"/>
                </a:solidFill>
              </a:rPr>
              <a:t>Normalizacion</a:t>
            </a:r>
            <a:endParaRPr>
              <a:solidFill>
                <a:schemeClr val="dk1"/>
              </a:solidFill>
            </a:endParaRPr>
          </a:p>
          <a:p>
            <a:pPr indent="-317500" lvl="0" marL="457200" rtl="0" algn="l">
              <a:lnSpc>
                <a:spcPct val="115000"/>
              </a:lnSpc>
              <a:spcBef>
                <a:spcPts val="1000"/>
              </a:spcBef>
              <a:spcAft>
                <a:spcPts val="1600"/>
              </a:spcAft>
              <a:buClr>
                <a:schemeClr val="accent1"/>
              </a:buClr>
              <a:buSzPts val="1400"/>
              <a:buAutoNum type="arabicPeriod"/>
            </a:pPr>
            <a:r>
              <a:rPr lang="en">
                <a:solidFill>
                  <a:schemeClr val="dk1"/>
                </a:solidFill>
              </a:rPr>
              <a:t>Repetir</a:t>
            </a:r>
            <a:endParaRPr/>
          </a:p>
        </p:txBody>
      </p:sp>
      <p:sp>
        <p:nvSpPr>
          <p:cNvPr id="166" name="Google Shape;166;p7"/>
          <p:cNvSpPr txBox="1"/>
          <p:nvPr/>
        </p:nvSpPr>
        <p:spPr>
          <a:xfrm>
            <a:off x="280950" y="4725675"/>
            <a:ext cx="951000" cy="3675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rgbClr val="00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8"/>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Análisis de Requerimientos</a:t>
            </a:r>
            <a:endParaRPr/>
          </a:p>
        </p:txBody>
      </p:sp>
      <p:sp>
        <p:nvSpPr>
          <p:cNvPr id="172" name="Google Shape;172;p8"/>
          <p:cNvSpPr txBox="1"/>
          <p:nvPr>
            <p:ph idx="1" type="body"/>
          </p:nvPr>
        </p:nvSpPr>
        <p:spPr>
          <a:xfrm>
            <a:off x="311700" y="863550"/>
            <a:ext cx="3999900" cy="34164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chemeClr val="accent1"/>
              </a:buClr>
              <a:buSzPts val="1400"/>
              <a:buChar char="➢"/>
            </a:pPr>
            <a:r>
              <a:rPr lang="en"/>
              <a:t>Definir el objetivo de la base de datos. </a:t>
            </a:r>
            <a:endParaRPr/>
          </a:p>
          <a:p>
            <a:pPr indent="-317500" lvl="0" marL="457200" rtl="0" algn="l">
              <a:lnSpc>
                <a:spcPct val="115000"/>
              </a:lnSpc>
              <a:spcBef>
                <a:spcPts val="1600"/>
              </a:spcBef>
              <a:spcAft>
                <a:spcPts val="0"/>
              </a:spcAft>
              <a:buClr>
                <a:schemeClr val="accent1"/>
              </a:buClr>
              <a:buSzPts val="1400"/>
              <a:buChar char="➢"/>
            </a:pPr>
            <a:r>
              <a:rPr lang="en"/>
              <a:t>Para que se va a usar? </a:t>
            </a:r>
            <a:endParaRPr/>
          </a:p>
          <a:p>
            <a:pPr indent="-317500" lvl="0" marL="457200" rtl="0" algn="l">
              <a:lnSpc>
                <a:spcPct val="115000"/>
              </a:lnSpc>
              <a:spcBef>
                <a:spcPts val="1000"/>
              </a:spcBef>
              <a:spcAft>
                <a:spcPts val="0"/>
              </a:spcAft>
              <a:buClr>
                <a:schemeClr val="accent1"/>
              </a:buClr>
              <a:buSzPts val="1400"/>
              <a:buChar char="➢"/>
            </a:pPr>
            <a:r>
              <a:rPr lang="en"/>
              <a:t>Cual es el dominio de aplicación?</a:t>
            </a:r>
            <a:endParaRPr/>
          </a:p>
          <a:p>
            <a:pPr indent="-317500" lvl="0" marL="457200" rtl="0" algn="l">
              <a:lnSpc>
                <a:spcPct val="115000"/>
              </a:lnSpc>
              <a:spcBef>
                <a:spcPts val="1000"/>
              </a:spcBef>
              <a:spcAft>
                <a:spcPts val="0"/>
              </a:spcAft>
              <a:buClr>
                <a:schemeClr val="accent1"/>
              </a:buClr>
              <a:buSzPts val="1400"/>
              <a:buChar char="➢"/>
            </a:pPr>
            <a:r>
              <a:rPr lang="en"/>
              <a:t>Cuales son las entidades principales del dominio? </a:t>
            </a:r>
            <a:endParaRPr/>
          </a:p>
          <a:p>
            <a:pPr indent="-317500" lvl="0" marL="457200" rtl="0" algn="l">
              <a:lnSpc>
                <a:spcPct val="115000"/>
              </a:lnSpc>
              <a:spcBef>
                <a:spcPts val="1000"/>
              </a:spcBef>
              <a:spcAft>
                <a:spcPts val="0"/>
              </a:spcAft>
              <a:buClr>
                <a:schemeClr val="accent1"/>
              </a:buClr>
              <a:buSzPts val="1400"/>
              <a:buChar char="➢"/>
            </a:pPr>
            <a:r>
              <a:rPr lang="en">
                <a:solidFill>
                  <a:schemeClr val="dk1"/>
                </a:solidFill>
              </a:rPr>
              <a:t>Qué datos definen a las entidades? </a:t>
            </a:r>
            <a:endParaRPr/>
          </a:p>
          <a:p>
            <a:pPr indent="0" lvl="0" marL="45720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1600"/>
              </a:spcAft>
              <a:buSzPts val="1800"/>
              <a:buNone/>
            </a:pPr>
            <a:r>
              <a:t/>
            </a:r>
            <a:endParaRPr/>
          </a:p>
        </p:txBody>
      </p:sp>
      <p:sp>
        <p:nvSpPr>
          <p:cNvPr id="173" name="Google Shape;173;p8"/>
          <p:cNvSpPr txBox="1"/>
          <p:nvPr>
            <p:ph idx="2" type="body"/>
          </p:nvPr>
        </p:nvSpPr>
        <p:spPr>
          <a:xfrm>
            <a:off x="4832400" y="847675"/>
            <a:ext cx="39999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1000"/>
              </a:spcBef>
              <a:spcAft>
                <a:spcPts val="0"/>
              </a:spcAft>
              <a:buSzPts val="1800"/>
              <a:buChar char="➢"/>
            </a:pPr>
            <a:r>
              <a:rPr lang="en">
                <a:solidFill>
                  <a:schemeClr val="dk1"/>
                </a:solidFill>
              </a:rPr>
              <a:t>Que tipo de consultas/reportes debemos responder?</a:t>
            </a:r>
            <a:endParaRPr sz="600"/>
          </a:p>
          <a:p>
            <a:pPr indent="-342900" lvl="0" marL="457200" rtl="0" algn="l">
              <a:lnSpc>
                <a:spcPct val="115000"/>
              </a:lnSpc>
              <a:spcBef>
                <a:spcPts val="1600"/>
              </a:spcBef>
              <a:spcAft>
                <a:spcPts val="0"/>
              </a:spcAft>
              <a:buSzPts val="1800"/>
              <a:buChar char="➢"/>
            </a:pPr>
            <a:r>
              <a:rPr lang="en"/>
              <a:t>Por lo general, la base de datos se diseña junto con la aplicación.</a:t>
            </a:r>
            <a:endParaRPr/>
          </a:p>
        </p:txBody>
      </p:sp>
      <p:sp>
        <p:nvSpPr>
          <p:cNvPr id="174" name="Google Shape;174;p8"/>
          <p:cNvSpPr txBox="1"/>
          <p:nvPr/>
        </p:nvSpPr>
        <p:spPr>
          <a:xfrm>
            <a:off x="280950" y="4725675"/>
            <a:ext cx="951000" cy="3675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9"/>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Creación de Tablas</a:t>
            </a:r>
            <a:endParaRPr/>
          </a:p>
        </p:txBody>
      </p:sp>
      <p:sp>
        <p:nvSpPr>
          <p:cNvPr id="180" name="Google Shape;180;p9"/>
          <p:cNvSpPr txBox="1"/>
          <p:nvPr>
            <p:ph idx="1" type="body"/>
          </p:nvPr>
        </p:nvSpPr>
        <p:spPr>
          <a:xfrm>
            <a:off x="311700" y="863550"/>
            <a:ext cx="3999900" cy="3416400"/>
          </a:xfrm>
          <a:prstGeom prst="rect">
            <a:avLst/>
          </a:prstGeom>
          <a:noFill/>
          <a:ln>
            <a:noFill/>
          </a:ln>
          <a:effectLst>
            <a:reflection blurRad="0" dir="5400000" dist="38100" endA="0" fadeDir="5400012" kx="0" rotWithShape="0" algn="bl" stPos="0" sy="-100000" ky="0"/>
          </a:effectLst>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accent1"/>
              </a:buClr>
              <a:buSzPts val="1800"/>
              <a:buChar char="➢"/>
            </a:pPr>
            <a:r>
              <a:rPr lang="en"/>
              <a:t>Transformar en tablas los conceptos del dominio.</a:t>
            </a:r>
            <a:endParaRPr/>
          </a:p>
          <a:p>
            <a:pPr indent="-342900" lvl="0" marL="457200" rtl="0" algn="l">
              <a:lnSpc>
                <a:spcPct val="115000"/>
              </a:lnSpc>
              <a:spcBef>
                <a:spcPts val="1000"/>
              </a:spcBef>
              <a:spcAft>
                <a:spcPts val="0"/>
              </a:spcAft>
              <a:buClr>
                <a:schemeClr val="accent1"/>
              </a:buClr>
              <a:buSzPts val="1800"/>
              <a:buChar char="➢"/>
            </a:pPr>
            <a:r>
              <a:rPr lang="en">
                <a:solidFill>
                  <a:schemeClr val="dk1"/>
                </a:solidFill>
              </a:rPr>
              <a:t>Cuales son los tipos de datos?</a:t>
            </a:r>
            <a:endParaRPr>
              <a:solidFill>
                <a:schemeClr val="dk1"/>
              </a:solidFill>
            </a:endParaRPr>
          </a:p>
          <a:p>
            <a:pPr indent="-342900" lvl="0" marL="457200" rtl="0" algn="l">
              <a:lnSpc>
                <a:spcPct val="115000"/>
              </a:lnSpc>
              <a:spcBef>
                <a:spcPts val="1000"/>
              </a:spcBef>
              <a:spcAft>
                <a:spcPts val="0"/>
              </a:spcAft>
              <a:buClr>
                <a:schemeClr val="accent1"/>
              </a:buClr>
              <a:buSzPts val="1800"/>
              <a:buChar char="➢"/>
            </a:pPr>
            <a:r>
              <a:rPr lang="en"/>
              <a:t>Especificar las claves primarias de las tablas. </a:t>
            </a:r>
            <a:endParaRPr/>
          </a:p>
          <a:p>
            <a:pPr indent="0" lvl="0" marL="0" rtl="0" algn="l">
              <a:lnSpc>
                <a:spcPct val="115000"/>
              </a:lnSpc>
              <a:spcBef>
                <a:spcPts val="1000"/>
              </a:spcBef>
              <a:spcAft>
                <a:spcPts val="1600"/>
              </a:spcAft>
              <a:buSzPts val="1800"/>
              <a:buNone/>
            </a:pPr>
            <a:r>
              <a:t/>
            </a:r>
            <a:endParaRPr/>
          </a:p>
        </p:txBody>
      </p:sp>
      <p:sp>
        <p:nvSpPr>
          <p:cNvPr id="181" name="Google Shape;181;p9"/>
          <p:cNvSpPr txBox="1"/>
          <p:nvPr>
            <p:ph idx="2" type="body"/>
          </p:nvPr>
        </p:nvSpPr>
        <p:spPr>
          <a:xfrm>
            <a:off x="4832400" y="847675"/>
            <a:ext cx="39999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solidFill>
                  <a:schemeClr val="dk1"/>
                </a:solidFill>
              </a:rPr>
              <a:t>Una clave primaria debe ser:</a:t>
            </a:r>
            <a:endParaRPr>
              <a:solidFill>
                <a:schemeClr val="dk1"/>
              </a:solidFill>
            </a:endParaRPr>
          </a:p>
          <a:p>
            <a:pPr indent="-342900" lvl="0" marL="457200" rtl="0" algn="l">
              <a:lnSpc>
                <a:spcPct val="115000"/>
              </a:lnSpc>
              <a:spcBef>
                <a:spcPts val="1600"/>
              </a:spcBef>
              <a:spcAft>
                <a:spcPts val="0"/>
              </a:spcAft>
              <a:buClr>
                <a:schemeClr val="accent1"/>
              </a:buClr>
              <a:buSzPts val="1800"/>
              <a:buChar char="➢"/>
            </a:pPr>
            <a:r>
              <a:rPr lang="en">
                <a:solidFill>
                  <a:schemeClr val="dk1"/>
                </a:solidFill>
              </a:rPr>
              <a:t>Unica y No nula</a:t>
            </a:r>
            <a:endParaRPr>
              <a:solidFill>
                <a:schemeClr val="dk1"/>
              </a:solidFill>
            </a:endParaRPr>
          </a:p>
          <a:p>
            <a:pPr indent="-342900" lvl="0" marL="457200" rtl="0" algn="l">
              <a:lnSpc>
                <a:spcPct val="115000"/>
              </a:lnSpc>
              <a:spcBef>
                <a:spcPts val="1600"/>
              </a:spcBef>
              <a:spcAft>
                <a:spcPts val="0"/>
              </a:spcAft>
              <a:buClr>
                <a:schemeClr val="accent1"/>
              </a:buClr>
              <a:buSzPts val="1800"/>
              <a:buChar char="➢"/>
            </a:pPr>
            <a:r>
              <a:rPr lang="en">
                <a:solidFill>
                  <a:schemeClr val="dk1"/>
                </a:solidFill>
              </a:rPr>
              <a:t>Debe ser simple e intuitiva.</a:t>
            </a:r>
            <a:endParaRPr>
              <a:solidFill>
                <a:schemeClr val="dk1"/>
              </a:solidFill>
            </a:endParaRPr>
          </a:p>
          <a:p>
            <a:pPr indent="-342900" lvl="0" marL="457200" rtl="0" algn="l">
              <a:lnSpc>
                <a:spcPct val="115000"/>
              </a:lnSpc>
              <a:spcBef>
                <a:spcPts val="1000"/>
              </a:spcBef>
              <a:spcAft>
                <a:spcPts val="0"/>
              </a:spcAft>
              <a:buClr>
                <a:schemeClr val="accent1"/>
              </a:buClr>
              <a:buSzPts val="1800"/>
              <a:buChar char="➢"/>
            </a:pPr>
            <a:r>
              <a:rPr lang="en">
                <a:solidFill>
                  <a:schemeClr val="dk1"/>
                </a:solidFill>
              </a:rPr>
              <a:t>Debe ser inmutable.</a:t>
            </a:r>
            <a:endParaRPr>
              <a:solidFill>
                <a:schemeClr val="dk1"/>
              </a:solidFill>
            </a:endParaRPr>
          </a:p>
          <a:p>
            <a:pPr indent="-342900" lvl="0" marL="457200" rtl="0" algn="l">
              <a:lnSpc>
                <a:spcPct val="115000"/>
              </a:lnSpc>
              <a:spcBef>
                <a:spcPts val="1000"/>
              </a:spcBef>
              <a:spcAft>
                <a:spcPts val="0"/>
              </a:spcAft>
              <a:buClr>
                <a:schemeClr val="accent1"/>
              </a:buClr>
              <a:buSzPts val="1800"/>
              <a:buChar char="➢"/>
            </a:pPr>
            <a:r>
              <a:rPr lang="en">
                <a:solidFill>
                  <a:schemeClr val="dk1"/>
                </a:solidFill>
              </a:rPr>
              <a:t>Usualmente son de tipo numérico y autoincremental.</a:t>
            </a:r>
            <a:endParaRPr>
              <a:solidFill>
                <a:schemeClr val="dk1"/>
              </a:solidFill>
            </a:endParaRPr>
          </a:p>
          <a:p>
            <a:pPr indent="-342900" lvl="0" marL="457200" rtl="0" algn="l">
              <a:lnSpc>
                <a:spcPct val="115000"/>
              </a:lnSpc>
              <a:spcBef>
                <a:spcPts val="1000"/>
              </a:spcBef>
              <a:spcAft>
                <a:spcPts val="0"/>
              </a:spcAft>
              <a:buClr>
                <a:schemeClr val="accent1"/>
              </a:buClr>
              <a:buSzPts val="1800"/>
              <a:buChar char="➢"/>
            </a:pPr>
            <a:r>
              <a:rPr lang="en">
                <a:solidFill>
                  <a:schemeClr val="dk1"/>
                </a:solidFill>
              </a:rPr>
              <a:t>Preferir claves con la menor cantidad de columnas posible.</a:t>
            </a:r>
            <a:endParaRPr>
              <a:solidFill>
                <a:schemeClr val="dk1"/>
              </a:solidFill>
            </a:endParaRPr>
          </a:p>
          <a:p>
            <a:pPr indent="0" lvl="0" marL="0" rtl="0" algn="l">
              <a:lnSpc>
                <a:spcPct val="115000"/>
              </a:lnSpc>
              <a:spcBef>
                <a:spcPts val="1600"/>
              </a:spcBef>
              <a:spcAft>
                <a:spcPts val="0"/>
              </a:spcAft>
              <a:buSzPts val="1800"/>
              <a:buNone/>
            </a:pPr>
            <a:r>
              <a:t/>
            </a:r>
            <a:endParaRPr>
              <a:solidFill>
                <a:schemeClr val="dk1"/>
              </a:solidFill>
            </a:endParaRPr>
          </a:p>
          <a:p>
            <a:pPr indent="0" lvl="0" marL="0" rtl="0" algn="l">
              <a:lnSpc>
                <a:spcPct val="115000"/>
              </a:lnSpc>
              <a:spcBef>
                <a:spcPts val="1600"/>
              </a:spcBef>
              <a:spcAft>
                <a:spcPts val="1600"/>
              </a:spcAft>
              <a:buClr>
                <a:schemeClr val="dk1"/>
              </a:buClr>
              <a:buSzPts val="1100"/>
              <a:buFont typeface="Arial"/>
              <a:buNone/>
            </a:pPr>
            <a:r>
              <a:t/>
            </a:r>
            <a:endParaRPr>
              <a:solidFill>
                <a:schemeClr val="dk1"/>
              </a:solidFill>
            </a:endParaRPr>
          </a:p>
        </p:txBody>
      </p:sp>
      <p:sp>
        <p:nvSpPr>
          <p:cNvPr id="182" name="Google Shape;182;p9"/>
          <p:cNvSpPr txBox="1"/>
          <p:nvPr/>
        </p:nvSpPr>
        <p:spPr>
          <a:xfrm>
            <a:off x="280950" y="4725675"/>
            <a:ext cx="951000" cy="3675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0"/>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Relaciones entre tablas: uno-a-muchos</a:t>
            </a:r>
            <a:endParaRPr/>
          </a:p>
        </p:txBody>
      </p:sp>
      <p:sp>
        <p:nvSpPr>
          <p:cNvPr id="188" name="Google Shape;188;p10"/>
          <p:cNvSpPr txBox="1"/>
          <p:nvPr>
            <p:ph idx="1" type="body"/>
          </p:nvPr>
        </p:nvSpPr>
        <p:spPr>
          <a:xfrm>
            <a:off x="311700" y="863550"/>
            <a:ext cx="39999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accent1"/>
              </a:buClr>
              <a:buSzPts val="1800"/>
              <a:buChar char="➢"/>
            </a:pPr>
            <a:r>
              <a:rPr lang="en"/>
              <a:t>No se pueden representar con una sola tabla.</a:t>
            </a:r>
            <a:endParaRPr/>
          </a:p>
          <a:p>
            <a:pPr indent="-342900" lvl="0" marL="457200" rtl="0" algn="l">
              <a:lnSpc>
                <a:spcPct val="115000"/>
              </a:lnSpc>
              <a:spcBef>
                <a:spcPts val="1000"/>
              </a:spcBef>
              <a:spcAft>
                <a:spcPts val="0"/>
              </a:spcAft>
              <a:buClr>
                <a:schemeClr val="accent1"/>
              </a:buClr>
              <a:buSzPts val="1800"/>
              <a:buChar char="➢"/>
            </a:pPr>
            <a:r>
              <a:rPr lang="en"/>
              <a:t>Existen una tabla padre (Uno) y una tabla hija (Muchos).</a:t>
            </a:r>
            <a:endParaRPr/>
          </a:p>
          <a:p>
            <a:pPr indent="-342900" lvl="0" marL="457200" rtl="0" algn="l">
              <a:lnSpc>
                <a:spcPct val="115000"/>
              </a:lnSpc>
              <a:spcBef>
                <a:spcPts val="1000"/>
              </a:spcBef>
              <a:spcAft>
                <a:spcPts val="0"/>
              </a:spcAft>
              <a:buClr>
                <a:schemeClr val="accent1"/>
              </a:buClr>
              <a:buSzPts val="1800"/>
              <a:buChar char="➢"/>
            </a:pPr>
            <a:r>
              <a:rPr lang="en"/>
              <a:t>En la tabla hija tenemos como clave foránea la clave primaria de la tabla padre.</a:t>
            </a:r>
            <a:endParaRPr/>
          </a:p>
          <a:p>
            <a:pPr indent="0" lvl="0" marL="0" rtl="0" algn="l">
              <a:lnSpc>
                <a:spcPct val="115000"/>
              </a:lnSpc>
              <a:spcBef>
                <a:spcPts val="1000"/>
              </a:spcBef>
              <a:spcAft>
                <a:spcPts val="1600"/>
              </a:spcAft>
              <a:buSzPts val="1800"/>
              <a:buNone/>
            </a:pPr>
            <a:r>
              <a:t/>
            </a:r>
            <a:endParaRPr/>
          </a:p>
        </p:txBody>
      </p:sp>
      <p:pic>
        <p:nvPicPr>
          <p:cNvPr id="189" name="Google Shape;189;p10"/>
          <p:cNvPicPr preferRelativeResize="0"/>
          <p:nvPr/>
        </p:nvPicPr>
        <p:blipFill rotWithShape="1">
          <a:blip r:embed="rId3">
            <a:alphaModFix/>
          </a:blip>
          <a:srcRect b="0" l="0" r="0" t="0"/>
          <a:stretch/>
        </p:blipFill>
        <p:spPr>
          <a:xfrm>
            <a:off x="4571988" y="2704550"/>
            <a:ext cx="4410075" cy="2343150"/>
          </a:xfrm>
          <a:prstGeom prst="rect">
            <a:avLst/>
          </a:prstGeom>
          <a:noFill/>
          <a:ln>
            <a:noFill/>
          </a:ln>
        </p:spPr>
      </p:pic>
      <p:sp>
        <p:nvSpPr>
          <p:cNvPr id="190" name="Google Shape;190;p10"/>
          <p:cNvSpPr txBox="1"/>
          <p:nvPr>
            <p:ph idx="1" type="body"/>
          </p:nvPr>
        </p:nvSpPr>
        <p:spPr>
          <a:xfrm>
            <a:off x="4777075" y="863550"/>
            <a:ext cx="3999900" cy="3416400"/>
          </a:xfrm>
          <a:prstGeom prst="rect">
            <a:avLst/>
          </a:prstGeom>
          <a:noFill/>
          <a:ln>
            <a:noFill/>
          </a:ln>
          <a:effectLst>
            <a:reflection blurRad="0" dir="5400000" dist="38100" endA="0" fadeDir="5400012" kx="0" rotWithShape="0" algn="bl" stPos="0" sy="-100000" ky="0"/>
          </a:effectLst>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accent1"/>
              </a:buClr>
              <a:buSzPts val="1800"/>
              <a:buChar char="➢"/>
            </a:pPr>
            <a:r>
              <a:rPr lang="en"/>
              <a:t>Para cada valor en la tabla padre pueden haber cero, una o más filas en la tabla hija.</a:t>
            </a:r>
            <a:endParaRPr/>
          </a:p>
          <a:p>
            <a:pPr indent="-342900" lvl="0" marL="457200" rtl="0" algn="l">
              <a:lnSpc>
                <a:spcPct val="115000"/>
              </a:lnSpc>
              <a:spcBef>
                <a:spcPts val="1000"/>
              </a:spcBef>
              <a:spcAft>
                <a:spcPts val="0"/>
              </a:spcAft>
              <a:buClr>
                <a:schemeClr val="accent1"/>
              </a:buClr>
              <a:buSzPts val="1800"/>
              <a:buChar char="➢"/>
            </a:pPr>
            <a:r>
              <a:rPr lang="en"/>
              <a:t>Para cada valor en la tabla hija solo existe una fila en la tabla padre.</a:t>
            </a:r>
            <a:endParaRPr/>
          </a:p>
          <a:p>
            <a:pPr indent="0" lvl="0" marL="0" rtl="0" algn="l">
              <a:lnSpc>
                <a:spcPct val="115000"/>
              </a:lnSpc>
              <a:spcBef>
                <a:spcPts val="1000"/>
              </a:spcBef>
              <a:spcAft>
                <a:spcPts val="1600"/>
              </a:spcAft>
              <a:buSzPts val="1800"/>
              <a:buNone/>
            </a:pPr>
            <a:r>
              <a:t/>
            </a:r>
            <a:endParaRPr/>
          </a:p>
        </p:txBody>
      </p:sp>
      <p:sp>
        <p:nvSpPr>
          <p:cNvPr id="191" name="Google Shape;191;p10"/>
          <p:cNvSpPr txBox="1"/>
          <p:nvPr/>
        </p:nvSpPr>
        <p:spPr>
          <a:xfrm>
            <a:off x="280950" y="4725675"/>
            <a:ext cx="951000" cy="3675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rgbClr val="0000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1"/>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Relaciones entre tablas: muchos-a-muchos</a:t>
            </a:r>
            <a:endParaRPr/>
          </a:p>
          <a:p>
            <a:pPr indent="0" lvl="0" marL="0" rtl="0" algn="l">
              <a:lnSpc>
                <a:spcPct val="100000"/>
              </a:lnSpc>
              <a:spcBef>
                <a:spcPts val="0"/>
              </a:spcBef>
              <a:spcAft>
                <a:spcPts val="0"/>
              </a:spcAft>
              <a:buSzPts val="2800"/>
              <a:buNone/>
            </a:pPr>
            <a:r>
              <a:t/>
            </a:r>
            <a:endParaRPr/>
          </a:p>
        </p:txBody>
      </p:sp>
      <p:sp>
        <p:nvSpPr>
          <p:cNvPr id="197" name="Google Shape;197;p11"/>
          <p:cNvSpPr txBox="1"/>
          <p:nvPr>
            <p:ph idx="1" type="body"/>
          </p:nvPr>
        </p:nvSpPr>
        <p:spPr>
          <a:xfrm>
            <a:off x="311700" y="863550"/>
            <a:ext cx="39999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accent1"/>
              </a:buClr>
              <a:buSzPts val="1800"/>
              <a:buChar char="➢"/>
            </a:pPr>
            <a:r>
              <a:rPr lang="en"/>
              <a:t>Para soportar relaciones muchos-a-muchos necesitamos introducir una tercer tabla: la </a:t>
            </a:r>
            <a:r>
              <a:rPr b="1" lang="en"/>
              <a:t>tabla de asociación</a:t>
            </a:r>
            <a:r>
              <a:rPr lang="en"/>
              <a:t>.</a:t>
            </a:r>
            <a:endParaRPr/>
          </a:p>
          <a:p>
            <a:pPr indent="-342900" lvl="0" marL="457200" rtl="0" algn="l">
              <a:lnSpc>
                <a:spcPct val="115000"/>
              </a:lnSpc>
              <a:spcBef>
                <a:spcPts val="1000"/>
              </a:spcBef>
              <a:spcAft>
                <a:spcPts val="0"/>
              </a:spcAft>
              <a:buClr>
                <a:schemeClr val="accent1"/>
              </a:buClr>
              <a:buSzPts val="1800"/>
              <a:buChar char="➢"/>
            </a:pPr>
            <a:r>
              <a:rPr lang="en"/>
              <a:t>Se modela como dos relaciones uno-a-muchos entre las tablas padres y la tabla de asociación.</a:t>
            </a:r>
            <a:endParaRPr/>
          </a:p>
          <a:p>
            <a:pPr indent="0" lvl="0" marL="0" rtl="0" algn="l">
              <a:lnSpc>
                <a:spcPct val="115000"/>
              </a:lnSpc>
              <a:spcBef>
                <a:spcPts val="1000"/>
              </a:spcBef>
              <a:spcAft>
                <a:spcPts val="1600"/>
              </a:spcAft>
              <a:buSzPts val="1800"/>
              <a:buNone/>
            </a:pPr>
            <a:r>
              <a:t/>
            </a:r>
            <a:endParaRPr/>
          </a:p>
        </p:txBody>
      </p:sp>
      <p:pic>
        <p:nvPicPr>
          <p:cNvPr id="198" name="Google Shape;198;p11"/>
          <p:cNvPicPr preferRelativeResize="0"/>
          <p:nvPr/>
        </p:nvPicPr>
        <p:blipFill rotWithShape="1">
          <a:blip r:embed="rId3">
            <a:alphaModFix/>
          </a:blip>
          <a:srcRect b="0" l="0" r="0" t="0"/>
          <a:stretch/>
        </p:blipFill>
        <p:spPr>
          <a:xfrm>
            <a:off x="4470800" y="863550"/>
            <a:ext cx="4527600" cy="2974866"/>
          </a:xfrm>
          <a:prstGeom prst="rect">
            <a:avLst/>
          </a:prstGeom>
          <a:noFill/>
          <a:ln>
            <a:noFill/>
          </a:ln>
        </p:spPr>
      </p:pic>
      <p:sp>
        <p:nvSpPr>
          <p:cNvPr id="199" name="Google Shape;199;p11"/>
          <p:cNvSpPr txBox="1"/>
          <p:nvPr/>
        </p:nvSpPr>
        <p:spPr>
          <a:xfrm>
            <a:off x="280950" y="4725675"/>
            <a:ext cx="951000" cy="3675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rgbClr val="000000"/>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2"/>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Relaciones entre tablas: uno-a-uno</a:t>
            </a:r>
            <a:endParaRPr/>
          </a:p>
          <a:p>
            <a:pPr indent="0" lvl="0" marL="0" rtl="0" algn="l">
              <a:lnSpc>
                <a:spcPct val="100000"/>
              </a:lnSpc>
              <a:spcBef>
                <a:spcPts val="0"/>
              </a:spcBef>
              <a:spcAft>
                <a:spcPts val="0"/>
              </a:spcAft>
              <a:buSzPts val="2800"/>
              <a:buNone/>
            </a:pPr>
            <a:r>
              <a:t/>
            </a:r>
            <a:endParaRPr/>
          </a:p>
        </p:txBody>
      </p:sp>
      <p:sp>
        <p:nvSpPr>
          <p:cNvPr id="205" name="Google Shape;205;p12"/>
          <p:cNvSpPr txBox="1"/>
          <p:nvPr>
            <p:ph idx="1" type="body"/>
          </p:nvPr>
        </p:nvSpPr>
        <p:spPr>
          <a:xfrm>
            <a:off x="311700" y="863550"/>
            <a:ext cx="6915900" cy="17721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accent1"/>
              </a:buClr>
              <a:buSzPts val="1800"/>
              <a:buChar char="➢"/>
            </a:pPr>
            <a:r>
              <a:rPr lang="en"/>
              <a:t>Se suelen utilizar para representar información complementaria</a:t>
            </a:r>
            <a:endParaRPr/>
          </a:p>
          <a:p>
            <a:pPr indent="-342900" lvl="0" marL="457200" rtl="0" algn="l">
              <a:lnSpc>
                <a:spcPct val="115000"/>
              </a:lnSpc>
              <a:spcBef>
                <a:spcPts val="1000"/>
              </a:spcBef>
              <a:spcAft>
                <a:spcPts val="1000"/>
              </a:spcAft>
              <a:buClr>
                <a:schemeClr val="accent1"/>
              </a:buClr>
              <a:buSzPts val="1800"/>
              <a:buChar char="➢"/>
            </a:pPr>
            <a:r>
              <a:rPr lang="en"/>
              <a:t>Útiles para partir una tabla “grande” en tablas más pequeñas.</a:t>
            </a:r>
            <a:endParaRPr/>
          </a:p>
        </p:txBody>
      </p:sp>
      <p:pic>
        <p:nvPicPr>
          <p:cNvPr id="206" name="Google Shape;206;p12"/>
          <p:cNvPicPr preferRelativeResize="0"/>
          <p:nvPr/>
        </p:nvPicPr>
        <p:blipFill rotWithShape="1">
          <a:blip r:embed="rId3">
            <a:alphaModFix/>
          </a:blip>
          <a:srcRect b="0" l="0" r="0" t="0"/>
          <a:stretch/>
        </p:blipFill>
        <p:spPr>
          <a:xfrm>
            <a:off x="2986575" y="2103150"/>
            <a:ext cx="4476750" cy="2085975"/>
          </a:xfrm>
          <a:prstGeom prst="rect">
            <a:avLst/>
          </a:prstGeom>
          <a:noFill/>
          <a:ln>
            <a:noFill/>
          </a:ln>
        </p:spPr>
      </p:pic>
      <p:sp>
        <p:nvSpPr>
          <p:cNvPr id="207" name="Google Shape;207;p12"/>
          <p:cNvSpPr txBox="1"/>
          <p:nvPr/>
        </p:nvSpPr>
        <p:spPr>
          <a:xfrm>
            <a:off x="280950" y="4725675"/>
            <a:ext cx="951000" cy="3675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rgbClr val="00000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3"/>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Normalizacion</a:t>
            </a:r>
            <a:endParaRPr/>
          </a:p>
        </p:txBody>
      </p:sp>
      <p:sp>
        <p:nvSpPr>
          <p:cNvPr id="213" name="Google Shape;213;p13"/>
          <p:cNvSpPr txBox="1"/>
          <p:nvPr>
            <p:ph idx="1" type="body"/>
          </p:nvPr>
        </p:nvSpPr>
        <p:spPr>
          <a:xfrm>
            <a:off x="311700" y="863550"/>
            <a:ext cx="8520600" cy="3416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accent1"/>
              </a:buClr>
              <a:buSzPts val="1800"/>
              <a:buChar char="➢"/>
            </a:pPr>
            <a:r>
              <a:rPr b="1" lang="en"/>
              <a:t>Primera Forma Normal(1NF):</a:t>
            </a:r>
            <a:r>
              <a:rPr lang="en"/>
              <a:t> El dominio de las columnas debe ser atómico.</a:t>
            </a:r>
            <a:endParaRPr/>
          </a:p>
          <a:p>
            <a:pPr indent="-317500" lvl="1" marL="914400" rtl="0" algn="l">
              <a:lnSpc>
                <a:spcPct val="115000"/>
              </a:lnSpc>
              <a:spcBef>
                <a:spcPts val="1000"/>
              </a:spcBef>
              <a:spcAft>
                <a:spcPts val="0"/>
              </a:spcAft>
              <a:buClr>
                <a:schemeClr val="accent1"/>
              </a:buClr>
              <a:buSzPts val="1400"/>
              <a:buChar char="○"/>
            </a:pPr>
            <a:r>
              <a:rPr lang="en" sz="1400"/>
              <a:t>Evitar listas de valores en una columna. Usar uno-a-muchos.</a:t>
            </a:r>
            <a:endParaRPr sz="1400"/>
          </a:p>
          <a:p>
            <a:pPr indent="-317500" lvl="1" marL="914400" rtl="0" algn="l">
              <a:lnSpc>
                <a:spcPct val="115000"/>
              </a:lnSpc>
              <a:spcBef>
                <a:spcPts val="1000"/>
              </a:spcBef>
              <a:spcAft>
                <a:spcPts val="0"/>
              </a:spcAft>
              <a:buClr>
                <a:schemeClr val="accent1"/>
              </a:buClr>
              <a:buSzPts val="1400"/>
              <a:buChar char="○"/>
            </a:pPr>
            <a:r>
              <a:rPr lang="en" sz="1400"/>
              <a:t>Si usan columnas JSON </a:t>
            </a:r>
            <a:r>
              <a:rPr lang="en" sz="1400" u="sng">
                <a:solidFill>
                  <a:schemeClr val="hlink"/>
                </a:solidFill>
                <a:hlinkClick r:id="rId3"/>
              </a:rPr>
              <a:t>no son 1NF</a:t>
            </a:r>
            <a:r>
              <a:rPr lang="en" sz="1400"/>
              <a:t>.</a:t>
            </a:r>
            <a:endParaRPr sz="1400"/>
          </a:p>
          <a:p>
            <a:pPr indent="-342900" lvl="0" marL="457200" rtl="0" algn="l">
              <a:lnSpc>
                <a:spcPct val="115000"/>
              </a:lnSpc>
              <a:spcBef>
                <a:spcPts val="1000"/>
              </a:spcBef>
              <a:spcAft>
                <a:spcPts val="0"/>
              </a:spcAft>
              <a:buClr>
                <a:schemeClr val="accent1"/>
              </a:buClr>
              <a:buSzPts val="1800"/>
              <a:buChar char="➢"/>
            </a:pPr>
            <a:r>
              <a:rPr b="1" lang="en"/>
              <a:t>Segunda Forma Normal (2NF):</a:t>
            </a:r>
            <a:r>
              <a:rPr lang="en"/>
              <a:t> 1NF + toda columna que no forma parte de la clave primaria depende de todas las columnas de la clave primaria.</a:t>
            </a:r>
            <a:endParaRPr/>
          </a:p>
          <a:p>
            <a:pPr indent="-304800" lvl="1" marL="914400" rtl="0" algn="l">
              <a:lnSpc>
                <a:spcPct val="115000"/>
              </a:lnSpc>
              <a:spcBef>
                <a:spcPts val="1000"/>
              </a:spcBef>
              <a:spcAft>
                <a:spcPts val="0"/>
              </a:spcAft>
              <a:buClr>
                <a:schemeClr val="accent1"/>
              </a:buClr>
              <a:buSzPts val="1200"/>
              <a:buChar char="○"/>
            </a:pPr>
            <a:r>
              <a:rPr lang="en"/>
              <a:t>Todos las columnas están definidas por la clave primaria.</a:t>
            </a:r>
            <a:endParaRPr/>
          </a:p>
          <a:p>
            <a:pPr indent="-342900" lvl="0" marL="457200" rtl="0" algn="l">
              <a:lnSpc>
                <a:spcPct val="115000"/>
              </a:lnSpc>
              <a:spcBef>
                <a:spcPts val="1000"/>
              </a:spcBef>
              <a:spcAft>
                <a:spcPts val="0"/>
              </a:spcAft>
              <a:buClr>
                <a:schemeClr val="accent1"/>
              </a:buClr>
              <a:buSzPts val="1800"/>
              <a:buChar char="➢"/>
            </a:pPr>
            <a:r>
              <a:rPr b="1" lang="en">
                <a:solidFill>
                  <a:schemeClr val="dk1"/>
                </a:solidFill>
              </a:rPr>
              <a:t>Tercera Forma Normal(3NF):</a:t>
            </a:r>
            <a:r>
              <a:rPr lang="en">
                <a:solidFill>
                  <a:schemeClr val="dk1"/>
                </a:solidFill>
              </a:rPr>
              <a:t> 2NF + toda columna que no forma parte de la clave primaria depende solamente de la clave primaria.</a:t>
            </a:r>
            <a:endParaRPr>
              <a:solidFill>
                <a:schemeClr val="dk1"/>
              </a:solidFill>
            </a:endParaRPr>
          </a:p>
          <a:p>
            <a:pPr indent="-317500" lvl="1" marL="914400" rtl="0" algn="l">
              <a:lnSpc>
                <a:spcPct val="115000"/>
              </a:lnSpc>
              <a:spcBef>
                <a:spcPts val="1000"/>
              </a:spcBef>
              <a:spcAft>
                <a:spcPts val="0"/>
              </a:spcAft>
              <a:buClr>
                <a:schemeClr val="accent1"/>
              </a:buClr>
              <a:buSzPts val="1400"/>
              <a:buChar char="○"/>
            </a:pPr>
            <a:r>
              <a:rPr lang="en" sz="1400">
                <a:solidFill>
                  <a:schemeClr val="dk1"/>
                </a:solidFill>
              </a:rPr>
              <a:t>Evitar columnas derivadas</a:t>
            </a:r>
            <a:endParaRPr sz="1400">
              <a:solidFill>
                <a:schemeClr val="dk1"/>
              </a:solidFill>
            </a:endParaRPr>
          </a:p>
          <a:p>
            <a:pPr indent="0" lvl="0" marL="0" rtl="0" algn="l">
              <a:lnSpc>
                <a:spcPct val="115000"/>
              </a:lnSpc>
              <a:spcBef>
                <a:spcPts val="1000"/>
              </a:spcBef>
              <a:spcAft>
                <a:spcPts val="0"/>
              </a:spcAft>
              <a:buSzPts val="1800"/>
              <a:buNone/>
            </a:pPr>
            <a:r>
              <a:t/>
            </a:r>
            <a:endParaRPr>
              <a:solidFill>
                <a:schemeClr val="dk1"/>
              </a:solidFill>
            </a:endParaRPr>
          </a:p>
          <a:p>
            <a:pPr indent="0" lvl="0" marL="0" rtl="0" algn="l">
              <a:lnSpc>
                <a:spcPct val="115000"/>
              </a:lnSpc>
              <a:spcBef>
                <a:spcPts val="1600"/>
              </a:spcBef>
              <a:spcAft>
                <a:spcPts val="0"/>
              </a:spcAft>
              <a:buSzPts val="1800"/>
              <a:buNone/>
            </a:pPr>
            <a:r>
              <a:t/>
            </a:r>
            <a:endParaRPr>
              <a:solidFill>
                <a:schemeClr val="dk1"/>
              </a:solidFill>
            </a:endParaRPr>
          </a:p>
          <a:p>
            <a:pPr indent="0" lvl="0" marL="0" rtl="0" algn="l">
              <a:lnSpc>
                <a:spcPct val="115000"/>
              </a:lnSpc>
              <a:spcBef>
                <a:spcPts val="1600"/>
              </a:spcBef>
              <a:spcAft>
                <a:spcPts val="1600"/>
              </a:spcAft>
              <a:buSzPts val="1800"/>
              <a:buNone/>
            </a:pPr>
            <a:r>
              <a:t/>
            </a:r>
            <a:endParaRPr/>
          </a:p>
        </p:txBody>
      </p:sp>
      <p:sp>
        <p:nvSpPr>
          <p:cNvPr id="214" name="Google Shape;214;p13"/>
          <p:cNvSpPr txBox="1"/>
          <p:nvPr/>
        </p:nvSpPr>
        <p:spPr>
          <a:xfrm>
            <a:off x="280950" y="4725675"/>
            <a:ext cx="951000" cy="3675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rgbClr val="00000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4"/>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Consejos</a:t>
            </a:r>
            <a:endParaRPr/>
          </a:p>
        </p:txBody>
      </p:sp>
      <p:sp>
        <p:nvSpPr>
          <p:cNvPr id="220" name="Google Shape;220;p14"/>
          <p:cNvSpPr txBox="1"/>
          <p:nvPr>
            <p:ph idx="2" type="body"/>
          </p:nvPr>
        </p:nvSpPr>
        <p:spPr>
          <a:xfrm>
            <a:off x="311700" y="847675"/>
            <a:ext cx="8520600" cy="3416400"/>
          </a:xfrm>
          <a:prstGeom prst="rect">
            <a:avLst/>
          </a:prstGeom>
          <a:noFill/>
          <a:ln>
            <a:noFill/>
          </a:ln>
        </p:spPr>
        <p:txBody>
          <a:bodyPr anchorCtr="0" anchor="t" bIns="91425" lIns="91425" spcFirstLastPara="1" rIns="91425" wrap="square" tIns="91425">
            <a:noAutofit/>
          </a:bodyPr>
          <a:lstStyle/>
          <a:p>
            <a:pPr indent="-381000" lvl="0" marL="457200" rtl="0" algn="l">
              <a:lnSpc>
                <a:spcPct val="115000"/>
              </a:lnSpc>
              <a:spcBef>
                <a:spcPts val="0"/>
              </a:spcBef>
              <a:spcAft>
                <a:spcPts val="0"/>
              </a:spcAft>
              <a:buSzPts val="2400"/>
              <a:buChar char="➢"/>
            </a:pPr>
            <a:r>
              <a:rPr lang="en" sz="2400"/>
              <a:t>El diseño de una base de datos es más un arte que una ciencia.</a:t>
            </a:r>
            <a:endParaRPr sz="2400"/>
          </a:p>
          <a:p>
            <a:pPr indent="-381000" lvl="0" marL="457200" rtl="0" algn="l">
              <a:lnSpc>
                <a:spcPct val="115000"/>
              </a:lnSpc>
              <a:spcBef>
                <a:spcPts val="1000"/>
              </a:spcBef>
              <a:spcAft>
                <a:spcPts val="0"/>
              </a:spcAft>
              <a:buSzPts val="2400"/>
              <a:buChar char="➢"/>
            </a:pPr>
            <a:r>
              <a:rPr lang="en" sz="2400"/>
              <a:t>Hay mucha decisiones que tomar.</a:t>
            </a:r>
            <a:endParaRPr sz="2400"/>
          </a:p>
          <a:p>
            <a:pPr indent="-381000" lvl="0" marL="457200" rtl="0" algn="l">
              <a:lnSpc>
                <a:spcPct val="115000"/>
              </a:lnSpc>
              <a:spcBef>
                <a:spcPts val="1000"/>
              </a:spcBef>
              <a:spcAft>
                <a:spcPts val="0"/>
              </a:spcAft>
              <a:buSzPts val="2400"/>
              <a:buChar char="➢"/>
            </a:pPr>
            <a:r>
              <a:rPr lang="en" sz="2400"/>
              <a:t>La mejor decisión siempre depende del contexto.</a:t>
            </a:r>
            <a:endParaRPr sz="2400"/>
          </a:p>
          <a:p>
            <a:pPr indent="-381000" lvl="0" marL="457200" rtl="0" algn="l">
              <a:lnSpc>
                <a:spcPct val="115000"/>
              </a:lnSpc>
              <a:spcBef>
                <a:spcPts val="1000"/>
              </a:spcBef>
              <a:spcAft>
                <a:spcPts val="0"/>
              </a:spcAft>
              <a:buSzPts val="2400"/>
              <a:buChar char="➢"/>
            </a:pPr>
            <a:r>
              <a:rPr lang="en" sz="2400"/>
              <a:t>Es más fácil saber lo que NO hay hacer que lo SI hay que hacer.</a:t>
            </a:r>
            <a:endParaRPr sz="2400"/>
          </a:p>
          <a:p>
            <a:pPr indent="0" lvl="0" marL="457200" rtl="0" algn="l">
              <a:lnSpc>
                <a:spcPct val="115000"/>
              </a:lnSpc>
              <a:spcBef>
                <a:spcPts val="1000"/>
              </a:spcBef>
              <a:spcAft>
                <a:spcPts val="1600"/>
              </a:spcAft>
              <a:buSzPts val="1800"/>
              <a:buNone/>
            </a:pPr>
            <a:r>
              <a:t/>
            </a:r>
            <a:endParaRPr sz="2400"/>
          </a:p>
        </p:txBody>
      </p:sp>
      <p:sp>
        <p:nvSpPr>
          <p:cNvPr id="221" name="Google Shape;221;p14"/>
          <p:cNvSpPr txBox="1"/>
          <p:nvPr/>
        </p:nvSpPr>
        <p:spPr>
          <a:xfrm>
            <a:off x="280950" y="4725675"/>
            <a:ext cx="951000" cy="3675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